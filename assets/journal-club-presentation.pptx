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mov" ContentType="video/quicktime"/>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 id="2147483699" r:id="rId3"/>
  </p:sldMasterIdLst>
  <p:notesMasterIdLst>
    <p:notesMasterId r:id="rId49"/>
  </p:notesMasterIdLst>
  <p:sldIdLst>
    <p:sldId id="256" r:id="rId4"/>
    <p:sldId id="257" r:id="rId5"/>
    <p:sldId id="258" r:id="rId6"/>
    <p:sldId id="259" r:id="rId7"/>
    <p:sldId id="260" r:id="rId8"/>
    <p:sldId id="264" r:id="rId9"/>
    <p:sldId id="261" r:id="rId10"/>
    <p:sldId id="266" r:id="rId11"/>
    <p:sldId id="267" r:id="rId12"/>
    <p:sldId id="268" r:id="rId13"/>
    <p:sldId id="269" r:id="rId14"/>
    <p:sldId id="262" r:id="rId15"/>
    <p:sldId id="270" r:id="rId16"/>
    <p:sldId id="283" r:id="rId17"/>
    <p:sldId id="284" r:id="rId18"/>
    <p:sldId id="281" r:id="rId19"/>
    <p:sldId id="265" r:id="rId20"/>
    <p:sldId id="263" r:id="rId21"/>
    <p:sldId id="279" r:id="rId22"/>
    <p:sldId id="871" r:id="rId23"/>
    <p:sldId id="280" r:id="rId24"/>
    <p:sldId id="935" r:id="rId25"/>
    <p:sldId id="936" r:id="rId26"/>
    <p:sldId id="937" r:id="rId27"/>
    <p:sldId id="285" r:id="rId28"/>
    <p:sldId id="286" r:id="rId29"/>
    <p:sldId id="287" r:id="rId30"/>
    <p:sldId id="289" r:id="rId31"/>
    <p:sldId id="290" r:id="rId32"/>
    <p:sldId id="293" r:id="rId33"/>
    <p:sldId id="291" r:id="rId34"/>
    <p:sldId id="294" r:id="rId35"/>
    <p:sldId id="295" r:id="rId36"/>
    <p:sldId id="296" r:id="rId37"/>
    <p:sldId id="297" r:id="rId38"/>
    <p:sldId id="298" r:id="rId39"/>
    <p:sldId id="299" r:id="rId40"/>
    <p:sldId id="302" r:id="rId41"/>
    <p:sldId id="301" r:id="rId42"/>
    <p:sldId id="300" r:id="rId43"/>
    <p:sldId id="304" r:id="rId44"/>
    <p:sldId id="654" r:id="rId45"/>
    <p:sldId id="651" r:id="rId46"/>
    <p:sldId id="303" r:id="rId47"/>
    <p:sldId id="305" r:id="rId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6" autoAdjust="0"/>
    <p:restoredTop sz="94660"/>
  </p:normalViewPr>
  <p:slideViewPr>
    <p:cSldViewPr snapToGrid="0">
      <p:cViewPr varScale="1">
        <p:scale>
          <a:sx n="112" d="100"/>
          <a:sy n="112" d="100"/>
        </p:scale>
        <p:origin x="49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tableStyles" Target="tableStyle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8" Type="http://schemas.openxmlformats.org/officeDocument/2006/relationships/slide" Target="slides/slide5.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thima Ayoob" userId="2b6c7471-0a79-408b-b32f-050172945349" providerId="ADAL" clId="{F9ECCCAF-F860-4280-B349-A5602FF44B3C}"/>
    <pc:docChg chg="modSld">
      <pc:chgData name="Fathima Ayoob" userId="2b6c7471-0a79-408b-b32f-050172945349" providerId="ADAL" clId="{F9ECCCAF-F860-4280-B349-A5602FF44B3C}" dt="2025-07-31T07:44:58.152" v="0" actId="1036"/>
      <pc:docMkLst>
        <pc:docMk/>
      </pc:docMkLst>
      <pc:sldChg chg="modSp mod">
        <pc:chgData name="Fathima Ayoob" userId="2b6c7471-0a79-408b-b32f-050172945349" providerId="ADAL" clId="{F9ECCCAF-F860-4280-B349-A5602FF44B3C}" dt="2025-07-31T07:44:58.152" v="0" actId="1036"/>
        <pc:sldMkLst>
          <pc:docMk/>
          <pc:sldMk cId="4211276697" sldId="871"/>
        </pc:sldMkLst>
        <pc:picChg chg="mod">
          <ac:chgData name="Fathima Ayoob" userId="2b6c7471-0a79-408b-b32f-050172945349" providerId="ADAL" clId="{F9ECCCAF-F860-4280-B349-A5602FF44B3C}" dt="2025-07-31T07:44:58.152" v="0" actId="1036"/>
          <ac:picMkLst>
            <pc:docMk/>
            <pc:sldMk cId="4211276697" sldId="871"/>
            <ac:picMk id="3" creationId="{E6ADD4C2-5E2F-9641-916A-3E2BDB2B885C}"/>
          </ac:picMkLst>
        </pc:picChg>
      </pc:sldChg>
    </pc:docChg>
  </pc:docChgLst>
  <pc:docChgLst>
    <pc:chgData name="Fathima Ayoob" userId="0e2531e9ff870406" providerId="LiveId" clId="{AB489469-FC29-473A-8DEB-BC1B7E568482}"/>
    <pc:docChg chg="undo redo custSel addSld delSld modSld sldOrd">
      <pc:chgData name="Fathima Ayoob" userId="0e2531e9ff870406" providerId="LiveId" clId="{AB489469-FC29-473A-8DEB-BC1B7E568482}" dt="2023-10-04T19:14:37.593" v="5780" actId="207"/>
      <pc:docMkLst>
        <pc:docMk/>
      </pc:docMkLst>
      <pc:sldChg chg="modSp mod">
        <pc:chgData name="Fathima Ayoob" userId="0e2531e9ff870406" providerId="LiveId" clId="{AB489469-FC29-473A-8DEB-BC1B7E568482}" dt="2023-10-04T18:45:31.750" v="5713" actId="1076"/>
        <pc:sldMkLst>
          <pc:docMk/>
          <pc:sldMk cId="361523150" sldId="257"/>
        </pc:sldMkLst>
      </pc:sldChg>
      <pc:sldChg chg="addSp delSp modSp mod">
        <pc:chgData name="Fathima Ayoob" userId="0e2531e9ff870406" providerId="LiveId" clId="{AB489469-FC29-473A-8DEB-BC1B7E568482}" dt="2023-10-02T08:47:51.947" v="1488" actId="14100"/>
        <pc:sldMkLst>
          <pc:docMk/>
          <pc:sldMk cId="2676846010" sldId="261"/>
        </pc:sldMkLst>
      </pc:sldChg>
      <pc:sldChg chg="addSp delSp modSp mod ord">
        <pc:chgData name="Fathima Ayoob" userId="0e2531e9ff870406" providerId="LiveId" clId="{AB489469-FC29-473A-8DEB-BC1B7E568482}" dt="2023-10-02T09:26:13.432" v="2105" actId="113"/>
        <pc:sldMkLst>
          <pc:docMk/>
          <pc:sldMk cId="3137932975" sldId="263"/>
        </pc:sldMkLst>
      </pc:sldChg>
      <pc:sldChg chg="addSp delSp modSp mod ord">
        <pc:chgData name="Fathima Ayoob" userId="0e2531e9ff870406" providerId="LiveId" clId="{AB489469-FC29-473A-8DEB-BC1B7E568482}" dt="2023-10-02T09:07:46.345" v="1971" actId="1076"/>
        <pc:sldMkLst>
          <pc:docMk/>
          <pc:sldMk cId="2942200892" sldId="265"/>
        </pc:sldMkLst>
      </pc:sldChg>
      <pc:sldChg chg="addSp delSp modSp new mod">
        <pc:chgData name="Fathima Ayoob" userId="0e2531e9ff870406" providerId="LiveId" clId="{AB489469-FC29-473A-8DEB-BC1B7E568482}" dt="2023-10-02T08:48:46.060" v="1599" actId="20577"/>
        <pc:sldMkLst>
          <pc:docMk/>
          <pc:sldMk cId="3413904434" sldId="266"/>
        </pc:sldMkLst>
      </pc:sldChg>
      <pc:sldChg chg="addSp delSp modSp new mod">
        <pc:chgData name="Fathima Ayoob" userId="0e2531e9ff870406" providerId="LiveId" clId="{AB489469-FC29-473A-8DEB-BC1B7E568482}" dt="2023-10-03T17:48:25.141" v="4147" actId="1076"/>
        <pc:sldMkLst>
          <pc:docMk/>
          <pc:sldMk cId="649257570" sldId="267"/>
        </pc:sldMkLst>
      </pc:sldChg>
      <pc:sldChg chg="addSp delSp modSp new mod">
        <pc:chgData name="Fathima Ayoob" userId="0e2531e9ff870406" providerId="LiveId" clId="{AB489469-FC29-473A-8DEB-BC1B7E568482}" dt="2023-10-02T08:52:22.540" v="1708" actId="313"/>
        <pc:sldMkLst>
          <pc:docMk/>
          <pc:sldMk cId="1541079821" sldId="268"/>
        </pc:sldMkLst>
      </pc:sldChg>
      <pc:sldChg chg="addSp modSp new mod">
        <pc:chgData name="Fathima Ayoob" userId="0e2531e9ff870406" providerId="LiveId" clId="{AB489469-FC29-473A-8DEB-BC1B7E568482}" dt="2023-10-04T18:50:44.151" v="5715" actId="113"/>
        <pc:sldMkLst>
          <pc:docMk/>
          <pc:sldMk cId="3467074701" sldId="269"/>
        </pc:sldMkLst>
      </pc:sldChg>
      <pc:sldChg chg="addSp delSp modSp new mod">
        <pc:chgData name="Fathima Ayoob" userId="0e2531e9ff870406" providerId="LiveId" clId="{AB489469-FC29-473A-8DEB-BC1B7E568482}" dt="2023-10-02T07:13:25.146" v="1471" actId="1076"/>
        <pc:sldMkLst>
          <pc:docMk/>
          <pc:sldMk cId="1215492932" sldId="270"/>
        </pc:sldMkLst>
      </pc:sldChg>
      <pc:sldChg chg="delSp modSp mod ord">
        <pc:chgData name="Fathima Ayoob" userId="0e2531e9ff870406" providerId="LiveId" clId="{AB489469-FC29-473A-8DEB-BC1B7E568482}" dt="2023-10-03T15:31:50.071" v="3535"/>
        <pc:sldMkLst>
          <pc:docMk/>
          <pc:sldMk cId="3518160018" sldId="272"/>
        </pc:sldMkLst>
      </pc:sldChg>
      <pc:sldChg chg="addSp delSp modSp del mod">
        <pc:chgData name="Fathima Ayoob" userId="0e2531e9ff870406" providerId="LiveId" clId="{AB489469-FC29-473A-8DEB-BC1B7E568482}" dt="2023-10-03T14:16:35.048" v="2884" actId="47"/>
        <pc:sldMkLst>
          <pc:docMk/>
          <pc:sldMk cId="2884887033" sldId="273"/>
        </pc:sldMkLst>
      </pc:sldChg>
      <pc:sldChg chg="modSp del mod modClrScheme chgLayout">
        <pc:chgData name="Fathima Ayoob" userId="0e2531e9ff870406" providerId="LiveId" clId="{AB489469-FC29-473A-8DEB-BC1B7E568482}" dt="2023-10-02T06:52:39.327" v="1241" actId="2696"/>
        <pc:sldMkLst>
          <pc:docMk/>
          <pc:sldMk cId="0" sldId="277"/>
        </pc:sldMkLst>
      </pc:sldChg>
      <pc:sldChg chg="addSp delSp modSp mod">
        <pc:chgData name="Fathima Ayoob" userId="0e2531e9ff870406" providerId="LiveId" clId="{AB489469-FC29-473A-8DEB-BC1B7E568482}" dt="2023-10-02T08:56:19.103" v="1734" actId="1076"/>
        <pc:sldMkLst>
          <pc:docMk/>
          <pc:sldMk cId="932585960" sldId="279"/>
        </pc:sldMkLst>
      </pc:sldChg>
      <pc:sldChg chg="modSp mod">
        <pc:chgData name="Fathima Ayoob" userId="0e2531e9ff870406" providerId="LiveId" clId="{AB489469-FC29-473A-8DEB-BC1B7E568482}" dt="2023-10-02T06:08:08.968" v="1048" actId="2711"/>
        <pc:sldMkLst>
          <pc:docMk/>
          <pc:sldMk cId="1423982159" sldId="280"/>
        </pc:sldMkLst>
      </pc:sldChg>
      <pc:sldChg chg="addSp delSp modSp new mod">
        <pc:chgData name="Fathima Ayoob" userId="0e2531e9ff870406" providerId="LiveId" clId="{AB489469-FC29-473A-8DEB-BC1B7E568482}" dt="2023-10-02T07:10:49.219" v="1448" actId="478"/>
        <pc:sldMkLst>
          <pc:docMk/>
          <pc:sldMk cId="1416203620" sldId="281"/>
        </pc:sldMkLst>
      </pc:sldChg>
      <pc:sldChg chg="addSp delSp modSp del mod setBg modAnim">
        <pc:chgData name="Fathima Ayoob" userId="0e2531e9ff870406" providerId="LiveId" clId="{AB489469-FC29-473A-8DEB-BC1B7E568482}" dt="2023-10-02T07:13:37.579" v="1472" actId="2696"/>
        <pc:sldMkLst>
          <pc:docMk/>
          <pc:sldMk cId="0" sldId="282"/>
        </pc:sldMkLst>
      </pc:sldChg>
      <pc:sldChg chg="addSp modSp mod setBg">
        <pc:chgData name="Fathima Ayoob" userId="0e2531e9ff870406" providerId="LiveId" clId="{AB489469-FC29-473A-8DEB-BC1B7E568482}" dt="2023-10-02T06:52:53.847" v="1244" actId="113"/>
        <pc:sldMkLst>
          <pc:docMk/>
          <pc:sldMk cId="0" sldId="283"/>
        </pc:sldMkLst>
      </pc:sldChg>
      <pc:sldChg chg="modSp mod setBg">
        <pc:chgData name="Fathima Ayoob" userId="0e2531e9ff870406" providerId="LiveId" clId="{AB489469-FC29-473A-8DEB-BC1B7E568482}" dt="2023-10-02T06:55:42.572" v="1249" actId="113"/>
        <pc:sldMkLst>
          <pc:docMk/>
          <pc:sldMk cId="0" sldId="284"/>
        </pc:sldMkLst>
      </pc:sldChg>
      <pc:sldChg chg="addSp delSp modSp new mod">
        <pc:chgData name="Fathima Ayoob" userId="0e2531e9ff870406" providerId="LiveId" clId="{AB489469-FC29-473A-8DEB-BC1B7E568482}" dt="2023-10-04T19:04:56.243" v="5728" actId="20577"/>
        <pc:sldMkLst>
          <pc:docMk/>
          <pc:sldMk cId="1819378108" sldId="285"/>
        </pc:sldMkLst>
      </pc:sldChg>
      <pc:sldChg chg="addSp delSp modSp new mod">
        <pc:chgData name="Fathima Ayoob" userId="0e2531e9ff870406" providerId="LiveId" clId="{AB489469-FC29-473A-8DEB-BC1B7E568482}" dt="2023-10-04T19:04:08.732" v="5721" actId="478"/>
        <pc:sldMkLst>
          <pc:docMk/>
          <pc:sldMk cId="3863345580" sldId="286"/>
        </pc:sldMkLst>
      </pc:sldChg>
      <pc:sldChg chg="addSp delSp modSp new mod ord">
        <pc:chgData name="Fathima Ayoob" userId="0e2531e9ff870406" providerId="LiveId" clId="{AB489469-FC29-473A-8DEB-BC1B7E568482}" dt="2023-10-03T14:15:49.909" v="2883" actId="14100"/>
        <pc:sldMkLst>
          <pc:docMk/>
          <pc:sldMk cId="3701073441" sldId="287"/>
        </pc:sldMkLst>
      </pc:sldChg>
      <pc:sldChg chg="addSp delSp modSp new mod">
        <pc:chgData name="Fathima Ayoob" userId="0e2531e9ff870406" providerId="LiveId" clId="{AB489469-FC29-473A-8DEB-BC1B7E568482}" dt="2023-10-03T15:36:53.257" v="3546" actId="1076"/>
        <pc:sldMkLst>
          <pc:docMk/>
          <pc:sldMk cId="2827057714" sldId="288"/>
        </pc:sldMkLst>
      </pc:sldChg>
      <pc:sldChg chg="addSp delSp modSp new mod">
        <pc:chgData name="Fathima Ayoob" userId="0e2531e9ff870406" providerId="LiveId" clId="{AB489469-FC29-473A-8DEB-BC1B7E568482}" dt="2023-10-03T16:58:19.020" v="3932" actId="5793"/>
        <pc:sldMkLst>
          <pc:docMk/>
          <pc:sldMk cId="851173085" sldId="289"/>
        </pc:sldMkLst>
      </pc:sldChg>
      <pc:sldChg chg="addSp delSp modSp new mod">
        <pc:chgData name="Fathima Ayoob" userId="0e2531e9ff870406" providerId="LiveId" clId="{AB489469-FC29-473A-8DEB-BC1B7E568482}" dt="2023-10-03T17:16:13.662" v="4017" actId="20577"/>
        <pc:sldMkLst>
          <pc:docMk/>
          <pc:sldMk cId="2483006818" sldId="290"/>
        </pc:sldMkLst>
      </pc:sldChg>
      <pc:sldChg chg="addSp delSp modSp new mod">
        <pc:chgData name="Fathima Ayoob" userId="0e2531e9ff870406" providerId="LiveId" clId="{AB489469-FC29-473A-8DEB-BC1B7E568482}" dt="2023-10-03T17:18:15.307" v="4035" actId="115"/>
        <pc:sldMkLst>
          <pc:docMk/>
          <pc:sldMk cId="3442698491" sldId="291"/>
        </pc:sldMkLst>
      </pc:sldChg>
      <pc:sldChg chg="addSp delSp modSp new mod">
        <pc:chgData name="Fathima Ayoob" userId="0e2531e9ff870406" providerId="LiveId" clId="{AB489469-FC29-473A-8DEB-BC1B7E568482}" dt="2023-10-03T15:31:39.066" v="3533" actId="1076"/>
        <pc:sldMkLst>
          <pc:docMk/>
          <pc:sldMk cId="89442514" sldId="292"/>
        </pc:sldMkLst>
      </pc:sldChg>
      <pc:sldChg chg="addSp delSp modSp new mod">
        <pc:chgData name="Fathima Ayoob" userId="0e2531e9ff870406" providerId="LiveId" clId="{AB489469-FC29-473A-8DEB-BC1B7E568482}" dt="2023-10-04T17:39:26.272" v="5014" actId="113"/>
        <pc:sldMkLst>
          <pc:docMk/>
          <pc:sldMk cId="2339006758" sldId="293"/>
        </pc:sldMkLst>
      </pc:sldChg>
      <pc:sldChg chg="addSp delSp modSp new mod">
        <pc:chgData name="Fathima Ayoob" userId="0e2531e9ff870406" providerId="LiveId" clId="{AB489469-FC29-473A-8DEB-BC1B7E568482}" dt="2023-10-03T17:54:32.781" v="4196" actId="1076"/>
        <pc:sldMkLst>
          <pc:docMk/>
          <pc:sldMk cId="3291187304" sldId="294"/>
        </pc:sldMkLst>
      </pc:sldChg>
      <pc:sldChg chg="addSp modSp new mod">
        <pc:chgData name="Fathima Ayoob" userId="0e2531e9ff870406" providerId="LiveId" clId="{AB489469-FC29-473A-8DEB-BC1B7E568482}" dt="2023-10-03T18:14:53.103" v="4395" actId="20577"/>
        <pc:sldMkLst>
          <pc:docMk/>
          <pc:sldMk cId="1027603727" sldId="295"/>
        </pc:sldMkLst>
      </pc:sldChg>
      <pc:sldChg chg="modSp new mod">
        <pc:chgData name="Fathima Ayoob" userId="0e2531e9ff870406" providerId="LiveId" clId="{AB489469-FC29-473A-8DEB-BC1B7E568482}" dt="2023-10-03T18:25:21.791" v="4498" actId="27636"/>
        <pc:sldMkLst>
          <pc:docMk/>
          <pc:sldMk cId="3540641219" sldId="296"/>
        </pc:sldMkLst>
      </pc:sldChg>
      <pc:sldChg chg="addSp delSp modSp new mod">
        <pc:chgData name="Fathima Ayoob" userId="0e2531e9ff870406" providerId="LiveId" clId="{AB489469-FC29-473A-8DEB-BC1B7E568482}" dt="2023-10-03T18:43:09.545" v="4627" actId="20577"/>
        <pc:sldMkLst>
          <pc:docMk/>
          <pc:sldMk cId="3271947563" sldId="297"/>
        </pc:sldMkLst>
      </pc:sldChg>
      <pc:sldChg chg="addSp delSp modSp new mod">
        <pc:chgData name="Fathima Ayoob" userId="0e2531e9ff870406" providerId="LiveId" clId="{AB489469-FC29-473A-8DEB-BC1B7E568482}" dt="2023-10-04T16:33:12.296" v="4781" actId="1076"/>
        <pc:sldMkLst>
          <pc:docMk/>
          <pc:sldMk cId="3055786389" sldId="298"/>
        </pc:sldMkLst>
      </pc:sldChg>
      <pc:sldChg chg="addSp delSp modSp new mod">
        <pc:chgData name="Fathima Ayoob" userId="0e2531e9ff870406" providerId="LiveId" clId="{AB489469-FC29-473A-8DEB-BC1B7E568482}" dt="2023-10-04T17:57:58.565" v="5325" actId="1076"/>
        <pc:sldMkLst>
          <pc:docMk/>
          <pc:sldMk cId="2236261000" sldId="299"/>
        </pc:sldMkLst>
      </pc:sldChg>
      <pc:sldChg chg="addSp delSp modSp new mod">
        <pc:chgData name="Fathima Ayoob" userId="0e2531e9ff870406" providerId="LiveId" clId="{AB489469-FC29-473A-8DEB-BC1B7E568482}" dt="2023-10-04T18:19:16.465" v="5478" actId="1076"/>
        <pc:sldMkLst>
          <pc:docMk/>
          <pc:sldMk cId="81263194" sldId="300"/>
        </pc:sldMkLst>
      </pc:sldChg>
      <pc:sldChg chg="addSp delSp modSp new mod">
        <pc:chgData name="Fathima Ayoob" userId="0e2531e9ff870406" providerId="LiveId" clId="{AB489469-FC29-473A-8DEB-BC1B7E568482}" dt="2023-10-04T18:44:07.265" v="5709" actId="20577"/>
        <pc:sldMkLst>
          <pc:docMk/>
          <pc:sldMk cId="3498396743" sldId="301"/>
        </pc:sldMkLst>
      </pc:sldChg>
      <pc:sldChg chg="addSp delSp modSp new mod">
        <pc:chgData name="Fathima Ayoob" userId="0e2531e9ff870406" providerId="LiveId" clId="{AB489469-FC29-473A-8DEB-BC1B7E568482}" dt="2023-10-04T17:54:51.236" v="5274" actId="1076"/>
        <pc:sldMkLst>
          <pc:docMk/>
          <pc:sldMk cId="2977044925" sldId="302"/>
        </pc:sldMkLst>
      </pc:sldChg>
      <pc:sldChg chg="addSp delSp modSp new mod">
        <pc:chgData name="Fathima Ayoob" userId="0e2531e9ff870406" providerId="LiveId" clId="{AB489469-FC29-473A-8DEB-BC1B7E568482}" dt="2023-10-04T18:16:38.869" v="5444" actId="1076"/>
        <pc:sldMkLst>
          <pc:docMk/>
          <pc:sldMk cId="2870358749" sldId="303"/>
        </pc:sldMkLst>
      </pc:sldChg>
      <pc:sldChg chg="addSp delSp modSp new mod">
        <pc:chgData name="Fathima Ayoob" userId="0e2531e9ff870406" providerId="LiveId" clId="{AB489469-FC29-473A-8DEB-BC1B7E568482}" dt="2023-10-04T18:21:58.634" v="5516" actId="20577"/>
        <pc:sldMkLst>
          <pc:docMk/>
          <pc:sldMk cId="75953773" sldId="304"/>
        </pc:sldMkLst>
      </pc:sldChg>
      <pc:sldChg chg="addSp delSp modSp new mod">
        <pc:chgData name="Fathima Ayoob" userId="0e2531e9ff870406" providerId="LiveId" clId="{AB489469-FC29-473A-8DEB-BC1B7E568482}" dt="2023-10-04T19:14:37.593" v="5780" actId="207"/>
        <pc:sldMkLst>
          <pc:docMk/>
          <pc:sldMk cId="2743611031" sldId="30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CD4280-3919-4A84-BE3D-4FB6F4E9B848}" type="datetimeFigureOut">
              <a:rPr lang="en-IN" smtClean="0"/>
              <a:t>31-07-2025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E18609-C49B-4438-8F25-69E77CDB4162}" type="slidenum">
              <a:rPr lang="en-IN" smtClean="0"/>
              <a:t>‹#›</a:t>
            </a:fld>
            <a:endParaRPr lang="en-IN"/>
          </a:p>
        </p:txBody>
      </p:sp>
    </p:spTree>
    <p:extLst>
      <p:ext uri="{BB962C8B-B14F-4D97-AF65-F5344CB8AC3E}">
        <p14:creationId xmlns:p14="http://schemas.microsoft.com/office/powerpoint/2010/main" val="2715003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A4AC8B85-682F-A7CC-8886-6FA93EB61C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CFBB8CC-406A-41C5-BB84-49A522422D79}"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36867" name="Rectangle 2">
            <a:extLst>
              <a:ext uri="{FF2B5EF4-FFF2-40B4-BE49-F238E27FC236}">
                <a16:creationId xmlns:a16="http://schemas.microsoft.com/office/drawing/2014/main" id="{D7CF1645-CAE1-794B-777E-DBFFE0498267}"/>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F522EA6A-B040-EB98-3A21-8E12BF703B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A0590B25-EBDA-640F-1D07-A49F5A6C0A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3EF8836-82B9-491C-A18C-4B49702B0637}"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37891" name="Rectangle 2">
            <a:extLst>
              <a:ext uri="{FF2B5EF4-FFF2-40B4-BE49-F238E27FC236}">
                <a16:creationId xmlns:a16="http://schemas.microsoft.com/office/drawing/2014/main" id="{411405BB-FC47-ECE5-CE06-4A5B3AC56789}"/>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AE469049-46FF-CE7C-F781-8A1E6E0820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39A9186-E0E1-F443-AE7B-FCD872D17CCE}" type="slidenum">
              <a:rPr lang="en-FR" smtClean="0"/>
              <a:t>20</a:t>
            </a:fld>
            <a:endParaRPr lang="en-FR"/>
          </a:p>
        </p:txBody>
      </p:sp>
    </p:spTree>
    <p:extLst>
      <p:ext uri="{BB962C8B-B14F-4D97-AF65-F5344CB8AC3E}">
        <p14:creationId xmlns:p14="http://schemas.microsoft.com/office/powerpoint/2010/main" val="20496824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9842643-C7A0-EE4A-89C4-327165196316}" type="slidenum">
              <a:rPr lang="en-FR" smtClean="0"/>
              <a:t>24</a:t>
            </a:fld>
            <a:endParaRPr lang="en-FR"/>
          </a:p>
        </p:txBody>
      </p:sp>
    </p:spTree>
    <p:extLst>
      <p:ext uri="{BB962C8B-B14F-4D97-AF65-F5344CB8AC3E}">
        <p14:creationId xmlns:p14="http://schemas.microsoft.com/office/powerpoint/2010/main" val="13763917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3A4584A0-0DCB-224A-BEAA-1112184BE4F1}" type="slidenum">
              <a:rPr lang="fr-FR" smtClean="0"/>
              <a:t>42</a:t>
            </a:fld>
            <a:endParaRPr lang="fr-FR"/>
          </a:p>
        </p:txBody>
      </p:sp>
    </p:spTree>
    <p:extLst>
      <p:ext uri="{BB962C8B-B14F-4D97-AF65-F5344CB8AC3E}">
        <p14:creationId xmlns:p14="http://schemas.microsoft.com/office/powerpoint/2010/main" val="9841916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DA4E4D08-4416-42B7-A112-2DB09C951C15}" type="datetimeFigureOut">
              <a:rPr lang="en-IN" smtClean="0"/>
              <a:t>31-07-2025</a:t>
            </a:fld>
            <a:endParaRPr lang="en-IN"/>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IN"/>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AC63F820-B3D7-469E-B6CF-8C352A5E5C7C}" type="slidenum">
              <a:rPr lang="en-IN" smtClean="0"/>
              <a:t>‹#›</a:t>
            </a:fld>
            <a:endParaRPr lang="en-IN"/>
          </a:p>
        </p:txBody>
      </p:sp>
    </p:spTree>
    <p:extLst>
      <p:ext uri="{BB962C8B-B14F-4D97-AF65-F5344CB8AC3E}">
        <p14:creationId xmlns:p14="http://schemas.microsoft.com/office/powerpoint/2010/main" val="4069829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4E4D08-4416-42B7-A112-2DB09C951C15}" type="datetimeFigureOut">
              <a:rPr lang="en-IN" smtClean="0"/>
              <a:t>31-07-2025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63F820-B3D7-469E-B6CF-8C352A5E5C7C}" type="slidenum">
              <a:rPr lang="en-IN" smtClean="0"/>
              <a:t>‹#›</a:t>
            </a:fld>
            <a:endParaRPr lang="en-IN"/>
          </a:p>
        </p:txBody>
      </p:sp>
    </p:spTree>
    <p:extLst>
      <p:ext uri="{BB962C8B-B14F-4D97-AF65-F5344CB8AC3E}">
        <p14:creationId xmlns:p14="http://schemas.microsoft.com/office/powerpoint/2010/main" val="2271007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4E4D08-4416-42B7-A112-2DB09C951C15}" type="datetimeFigureOut">
              <a:rPr lang="en-IN" smtClean="0"/>
              <a:t>31-07-2025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63F820-B3D7-469E-B6CF-8C352A5E5C7C}" type="slidenum">
              <a:rPr lang="en-IN" smtClean="0"/>
              <a:t>‹#›</a:t>
            </a:fld>
            <a:endParaRPr lang="en-IN"/>
          </a:p>
        </p:txBody>
      </p:sp>
    </p:spTree>
    <p:extLst>
      <p:ext uri="{BB962C8B-B14F-4D97-AF65-F5344CB8AC3E}">
        <p14:creationId xmlns:p14="http://schemas.microsoft.com/office/powerpoint/2010/main" val="34269881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A4E4D08-4416-42B7-A112-2DB09C951C15}" type="datetimeFigureOut">
              <a:rPr lang="en-IN" smtClean="0"/>
              <a:t>31-07-2025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C63F820-B3D7-469E-B6CF-8C352A5E5C7C}" type="slidenum">
              <a:rPr lang="en-IN" smtClean="0"/>
              <a:t>‹#›</a:t>
            </a:fld>
            <a:endParaRPr lang="en-IN"/>
          </a:p>
        </p:txBody>
      </p:sp>
    </p:spTree>
    <p:extLst>
      <p:ext uri="{BB962C8B-B14F-4D97-AF65-F5344CB8AC3E}">
        <p14:creationId xmlns:p14="http://schemas.microsoft.com/office/powerpoint/2010/main" val="2063840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A4E4D08-4416-42B7-A112-2DB09C951C15}" type="datetimeFigureOut">
              <a:rPr lang="en-IN" smtClean="0"/>
              <a:t>31-07-2025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C63F820-B3D7-469E-B6CF-8C352A5E5C7C}" type="slidenum">
              <a:rPr lang="en-IN" smtClean="0"/>
              <a:t>‹#›</a:t>
            </a:fld>
            <a:endParaRPr lang="en-IN"/>
          </a:p>
        </p:txBody>
      </p:sp>
    </p:spTree>
    <p:extLst>
      <p:ext uri="{BB962C8B-B14F-4D97-AF65-F5344CB8AC3E}">
        <p14:creationId xmlns:p14="http://schemas.microsoft.com/office/powerpoint/2010/main" val="2273015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A4E4D08-4416-42B7-A112-2DB09C951C15}" type="datetimeFigureOut">
              <a:rPr lang="en-IN" smtClean="0"/>
              <a:t>31-07-2025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C63F820-B3D7-469E-B6CF-8C352A5E5C7C}" type="slidenum">
              <a:rPr lang="en-IN" smtClean="0"/>
              <a:t>‹#›</a:t>
            </a:fld>
            <a:endParaRPr lang="en-IN"/>
          </a:p>
        </p:txBody>
      </p:sp>
    </p:spTree>
    <p:extLst>
      <p:ext uri="{BB962C8B-B14F-4D97-AF65-F5344CB8AC3E}">
        <p14:creationId xmlns:p14="http://schemas.microsoft.com/office/powerpoint/2010/main" val="2087506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4E4D08-4416-42B7-A112-2DB09C951C15}" type="datetimeFigureOut">
              <a:rPr lang="en-IN" smtClean="0"/>
              <a:t>31-07-2025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C63F820-B3D7-469E-B6CF-8C352A5E5C7C}" type="slidenum">
              <a:rPr lang="en-IN" smtClean="0"/>
              <a:t>‹#›</a:t>
            </a:fld>
            <a:endParaRPr lang="en-IN"/>
          </a:p>
        </p:txBody>
      </p:sp>
    </p:spTree>
    <p:extLst>
      <p:ext uri="{BB962C8B-B14F-4D97-AF65-F5344CB8AC3E}">
        <p14:creationId xmlns:p14="http://schemas.microsoft.com/office/powerpoint/2010/main" val="2310244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DA4E4D08-4416-42B7-A112-2DB09C951C15}" type="datetimeFigureOut">
              <a:rPr lang="en-IN" smtClean="0"/>
              <a:t>31-07-2025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AC63F820-B3D7-469E-B6CF-8C352A5E5C7C}" type="slidenum">
              <a:rPr lang="en-IN" smtClean="0"/>
              <a:t>‹#›</a:t>
            </a:fld>
            <a:endParaRPr lang="en-IN"/>
          </a:p>
        </p:txBody>
      </p:sp>
    </p:spTree>
    <p:extLst>
      <p:ext uri="{BB962C8B-B14F-4D97-AF65-F5344CB8AC3E}">
        <p14:creationId xmlns:p14="http://schemas.microsoft.com/office/powerpoint/2010/main" val="1793607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DA4E4D08-4416-42B7-A112-2DB09C951C15}" type="datetimeFigureOut">
              <a:rPr lang="en-IN" smtClean="0"/>
              <a:t>31-07-2025</a:t>
            </a:fld>
            <a:endParaRPr lang="en-IN"/>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IN"/>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AC63F820-B3D7-469E-B6CF-8C352A5E5C7C}" type="slidenum">
              <a:rPr lang="en-IN" smtClean="0"/>
              <a:t>‹#›</a:t>
            </a:fld>
            <a:endParaRPr lang="en-IN"/>
          </a:p>
        </p:txBody>
      </p:sp>
    </p:spTree>
    <p:extLst>
      <p:ext uri="{BB962C8B-B14F-4D97-AF65-F5344CB8AC3E}">
        <p14:creationId xmlns:p14="http://schemas.microsoft.com/office/powerpoint/2010/main" val="2317348676"/>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4E4D08-4416-42B7-A112-2DB09C951C15}" type="datetimeFigureOut">
              <a:rPr lang="en-IN" smtClean="0"/>
              <a:t>31-07-2025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63F820-B3D7-469E-B6CF-8C352A5E5C7C}" type="slidenum">
              <a:rPr lang="en-IN" smtClean="0"/>
              <a:t>‹#›</a:t>
            </a:fld>
            <a:endParaRPr lang="en-IN"/>
          </a:p>
        </p:txBody>
      </p:sp>
    </p:spTree>
    <p:extLst>
      <p:ext uri="{BB962C8B-B14F-4D97-AF65-F5344CB8AC3E}">
        <p14:creationId xmlns:p14="http://schemas.microsoft.com/office/powerpoint/2010/main" val="3951873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4E4D08-4416-42B7-A112-2DB09C951C15}" type="datetimeFigureOut">
              <a:rPr lang="en-IN" smtClean="0"/>
              <a:t>31-07-2025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63F820-B3D7-469E-B6CF-8C352A5E5C7C}" type="slidenum">
              <a:rPr lang="en-IN" smtClean="0"/>
              <a:t>‹#›</a:t>
            </a:fld>
            <a:endParaRPr lang="en-IN"/>
          </a:p>
        </p:txBody>
      </p:sp>
    </p:spTree>
    <p:extLst>
      <p:ext uri="{BB962C8B-B14F-4D97-AF65-F5344CB8AC3E}">
        <p14:creationId xmlns:p14="http://schemas.microsoft.com/office/powerpoint/2010/main" val="21762053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5_Page_Txt+img 1">
    <p:spTree>
      <p:nvGrpSpPr>
        <p:cNvPr id="1" name=""/>
        <p:cNvGrpSpPr/>
        <p:nvPr/>
      </p:nvGrpSpPr>
      <p:grpSpPr>
        <a:xfrm>
          <a:off x="0" y="0"/>
          <a:ext cx="0" cy="0"/>
          <a:chOff x="0" y="0"/>
          <a:chExt cx="0" cy="0"/>
        </a:xfrm>
      </p:grpSpPr>
      <p:sp>
        <p:nvSpPr>
          <p:cNvPr id="4" name="Espace réservé du texte 3"/>
          <p:cNvSpPr>
            <a:spLocks noGrp="1"/>
          </p:cNvSpPr>
          <p:nvPr>
            <p:ph type="body" sz="quarter" idx="10"/>
          </p:nvPr>
        </p:nvSpPr>
        <p:spPr>
          <a:xfrm>
            <a:off x="635003" y="317500"/>
            <a:ext cx="2019300" cy="381000"/>
          </a:xfrm>
          <a:prstGeom prst="rect">
            <a:avLst/>
          </a:prstGeom>
        </p:spPr>
        <p:txBody>
          <a:bodyPr anchor="ctr"/>
          <a:lstStyle>
            <a:lvl1pPr marL="0" indent="0">
              <a:buNone/>
              <a:defRPr sz="1351">
                <a:solidFill>
                  <a:srgbClr val="702082"/>
                </a:solidFill>
                <a:latin typeface="Nexa Bold" charset="0"/>
                <a:ea typeface="Nexa Bold" charset="0"/>
                <a:cs typeface="Nexa Bold" charset="0"/>
              </a:defRPr>
            </a:lvl1pPr>
          </a:lstStyle>
          <a:p>
            <a:pPr lvl="0"/>
            <a:endParaRPr lang="fr-FR"/>
          </a:p>
        </p:txBody>
      </p:sp>
      <p:sp>
        <p:nvSpPr>
          <p:cNvPr id="12" name="Espace réservé du texte 3"/>
          <p:cNvSpPr>
            <a:spLocks noGrp="1"/>
          </p:cNvSpPr>
          <p:nvPr>
            <p:ph type="body" sz="quarter" idx="11"/>
          </p:nvPr>
        </p:nvSpPr>
        <p:spPr>
          <a:xfrm>
            <a:off x="2946403" y="317500"/>
            <a:ext cx="2019300" cy="381000"/>
          </a:xfrm>
          <a:prstGeom prst="rect">
            <a:avLst/>
          </a:prstGeom>
        </p:spPr>
        <p:txBody>
          <a:bodyPr anchor="ctr"/>
          <a:lstStyle>
            <a:lvl1pPr marL="0" indent="0">
              <a:buNone/>
              <a:defRPr sz="1351">
                <a:solidFill>
                  <a:schemeClr val="tx1"/>
                </a:solidFill>
                <a:latin typeface="Nexa Light" charset="0"/>
                <a:ea typeface="Nexa Light" charset="0"/>
                <a:cs typeface="Nexa Light" charset="0"/>
              </a:defRPr>
            </a:lvl1pPr>
          </a:lstStyle>
          <a:p>
            <a:pPr lvl="0"/>
            <a:endParaRPr lang="fr-FR" dirty="0"/>
          </a:p>
        </p:txBody>
      </p:sp>
      <p:sp>
        <p:nvSpPr>
          <p:cNvPr id="5" name="Espace réservé du texte 4"/>
          <p:cNvSpPr>
            <a:spLocks noGrp="1"/>
          </p:cNvSpPr>
          <p:nvPr>
            <p:ph type="body" sz="quarter" idx="13" hasCustomPrompt="1"/>
          </p:nvPr>
        </p:nvSpPr>
        <p:spPr>
          <a:xfrm>
            <a:off x="1028700" y="1549401"/>
            <a:ext cx="5003800" cy="3517900"/>
          </a:xfrm>
          <a:prstGeom prst="rect">
            <a:avLst/>
          </a:prstGeom>
        </p:spPr>
        <p:txBody>
          <a:bodyPr/>
          <a:lstStyle>
            <a:lvl1pPr marL="0" indent="0">
              <a:lnSpc>
                <a:spcPct val="150000"/>
              </a:lnSpc>
              <a:buNone/>
              <a:defRPr sz="1351">
                <a:solidFill>
                  <a:srgbClr val="702082"/>
                </a:solidFill>
                <a:latin typeface="Nexa Bold" charset="0"/>
                <a:ea typeface="Nexa Bold" charset="0"/>
                <a:cs typeface="Nexa Bold" charset="0"/>
              </a:defRPr>
            </a:lvl1pPr>
            <a:lvl2pPr marL="342866" indent="0">
              <a:lnSpc>
                <a:spcPct val="80000"/>
              </a:lnSpc>
              <a:buFontTx/>
              <a:buNone/>
              <a:defRPr sz="1125">
                <a:solidFill>
                  <a:schemeClr val="tx1"/>
                </a:solidFill>
                <a:latin typeface="Nexa Light" charset="0"/>
                <a:ea typeface="Nexa Light" charset="0"/>
                <a:cs typeface="Nexa Light" charset="0"/>
              </a:defRPr>
            </a:lvl2pPr>
          </a:lstStyle>
          <a:p>
            <a:pPr lvl="0"/>
            <a:r>
              <a:rPr lang="fr-FR" dirty="0"/>
              <a:t>Titre</a:t>
            </a:r>
          </a:p>
          <a:p>
            <a:pPr lvl="1"/>
            <a:r>
              <a:rPr lang="fr-FR" dirty="0"/>
              <a:t>Texte</a:t>
            </a:r>
          </a:p>
          <a:p>
            <a:pPr lvl="1"/>
            <a:endParaRPr lang="fr-FR" dirty="0"/>
          </a:p>
        </p:txBody>
      </p:sp>
      <p:sp>
        <p:nvSpPr>
          <p:cNvPr id="3" name="Espace réservé pour une image  2"/>
          <p:cNvSpPr>
            <a:spLocks noGrp="1"/>
          </p:cNvSpPr>
          <p:nvPr>
            <p:ph type="pic" sz="quarter" idx="14"/>
          </p:nvPr>
        </p:nvSpPr>
        <p:spPr>
          <a:xfrm>
            <a:off x="6388100" y="1549401"/>
            <a:ext cx="4800600" cy="3517900"/>
          </a:xfrm>
          <a:prstGeom prst="rect">
            <a:avLst/>
          </a:prstGeom>
        </p:spPr>
        <p:txBody>
          <a:bodyPr/>
          <a:lstStyle/>
          <a:p>
            <a:endParaRPr lang="fr-FR"/>
          </a:p>
        </p:txBody>
      </p:sp>
      <p:sp>
        <p:nvSpPr>
          <p:cNvPr id="11" name="Espace réservé du texte 10"/>
          <p:cNvSpPr>
            <a:spLocks noGrp="1"/>
          </p:cNvSpPr>
          <p:nvPr>
            <p:ph type="body" sz="quarter" idx="15"/>
          </p:nvPr>
        </p:nvSpPr>
        <p:spPr>
          <a:xfrm>
            <a:off x="6388100" y="5324486"/>
            <a:ext cx="4800600" cy="282949"/>
          </a:xfrm>
          <a:prstGeom prst="rect">
            <a:avLst/>
          </a:prstGeom>
        </p:spPr>
        <p:txBody>
          <a:bodyPr/>
          <a:lstStyle>
            <a:lvl1pPr marL="0" indent="0">
              <a:buFontTx/>
              <a:buNone/>
              <a:defRPr sz="900">
                <a:solidFill>
                  <a:srgbClr val="702082"/>
                </a:solidFill>
                <a:latin typeface="Nexa Bold" charset="0"/>
                <a:ea typeface="Nexa Bold" charset="0"/>
                <a:cs typeface="Nexa Bold" charset="0"/>
              </a:defRPr>
            </a:lvl1pPr>
          </a:lstStyle>
          <a:p>
            <a:pPr lvl="0"/>
            <a:endParaRPr lang="fr-FR" dirty="0"/>
          </a:p>
        </p:txBody>
      </p:sp>
      <p:sp>
        <p:nvSpPr>
          <p:cNvPr id="14" name="Espace réservé du texte 10"/>
          <p:cNvSpPr>
            <a:spLocks noGrp="1"/>
          </p:cNvSpPr>
          <p:nvPr>
            <p:ph type="body" sz="quarter" idx="16"/>
          </p:nvPr>
        </p:nvSpPr>
        <p:spPr>
          <a:xfrm>
            <a:off x="6388100" y="5609116"/>
            <a:ext cx="4800600" cy="390525"/>
          </a:xfrm>
          <a:prstGeom prst="rect">
            <a:avLst/>
          </a:prstGeom>
        </p:spPr>
        <p:txBody>
          <a:bodyPr/>
          <a:lstStyle>
            <a:lvl1pPr marL="0" indent="0">
              <a:buFontTx/>
              <a:buNone/>
              <a:defRPr sz="900">
                <a:solidFill>
                  <a:schemeClr val="tx1"/>
                </a:solidFill>
                <a:latin typeface="Nexa Light" charset="0"/>
                <a:ea typeface="Nexa Light" charset="0"/>
                <a:cs typeface="Nexa Light" charset="0"/>
              </a:defRPr>
            </a:lvl1pPr>
          </a:lstStyle>
          <a:p>
            <a:pPr lvl="0"/>
            <a:endParaRPr lang="fr-FR" dirty="0"/>
          </a:p>
        </p:txBody>
      </p:sp>
      <p:sp>
        <p:nvSpPr>
          <p:cNvPr id="2" name="Espace réservé du numéro de diapositive 5">
            <a:extLst>
              <a:ext uri="{FF2B5EF4-FFF2-40B4-BE49-F238E27FC236}">
                <a16:creationId xmlns:a16="http://schemas.microsoft.com/office/drawing/2014/main" id="{1DDE5E7D-76AC-7F7B-FA7F-A34730D8EBA5}"/>
              </a:ext>
            </a:extLst>
          </p:cNvPr>
          <p:cNvSpPr>
            <a:spLocks noGrp="1"/>
          </p:cNvSpPr>
          <p:nvPr>
            <p:ph type="sldNum" sz="quarter" idx="12"/>
          </p:nvPr>
        </p:nvSpPr>
        <p:spPr>
          <a:xfrm>
            <a:off x="8737600" y="6356352"/>
            <a:ext cx="2844800" cy="365125"/>
          </a:xfrm>
        </p:spPr>
        <p:txBody>
          <a:bodyPr/>
          <a:lstStyle/>
          <a:p>
            <a:fld id="{B6E69D5D-3C54-E347-B3D4-70BDFA7C6521}" type="slidenum">
              <a:rPr lang="fr-FR" smtClean="0"/>
              <a:t>‹#›</a:t>
            </a:fld>
            <a:endParaRPr lang="fr-FR"/>
          </a:p>
        </p:txBody>
      </p:sp>
    </p:spTree>
    <p:extLst>
      <p:ext uri="{BB962C8B-B14F-4D97-AF65-F5344CB8AC3E}">
        <p14:creationId xmlns:p14="http://schemas.microsoft.com/office/powerpoint/2010/main" val="24267826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6_Page_Txt+img 1">
    <p:spTree>
      <p:nvGrpSpPr>
        <p:cNvPr id="1" name=""/>
        <p:cNvGrpSpPr/>
        <p:nvPr/>
      </p:nvGrpSpPr>
      <p:grpSpPr>
        <a:xfrm>
          <a:off x="0" y="0"/>
          <a:ext cx="0" cy="0"/>
          <a:chOff x="0" y="0"/>
          <a:chExt cx="0" cy="0"/>
        </a:xfrm>
      </p:grpSpPr>
      <p:sp>
        <p:nvSpPr>
          <p:cNvPr id="4" name="Espace réservé du texte 3"/>
          <p:cNvSpPr>
            <a:spLocks noGrp="1"/>
          </p:cNvSpPr>
          <p:nvPr>
            <p:ph type="body" sz="quarter" idx="10"/>
          </p:nvPr>
        </p:nvSpPr>
        <p:spPr>
          <a:xfrm>
            <a:off x="635003" y="317500"/>
            <a:ext cx="2019300" cy="381000"/>
          </a:xfrm>
          <a:prstGeom prst="rect">
            <a:avLst/>
          </a:prstGeom>
        </p:spPr>
        <p:txBody>
          <a:bodyPr anchor="ctr"/>
          <a:lstStyle>
            <a:lvl1pPr marL="0" indent="0">
              <a:buNone/>
              <a:defRPr sz="1351">
                <a:solidFill>
                  <a:srgbClr val="702082"/>
                </a:solidFill>
                <a:latin typeface="Nexa Bold" charset="0"/>
                <a:ea typeface="Nexa Bold" charset="0"/>
                <a:cs typeface="Nexa Bold" charset="0"/>
              </a:defRPr>
            </a:lvl1pPr>
          </a:lstStyle>
          <a:p>
            <a:pPr lvl="0"/>
            <a:endParaRPr lang="fr-FR"/>
          </a:p>
        </p:txBody>
      </p:sp>
      <p:sp>
        <p:nvSpPr>
          <p:cNvPr id="12" name="Espace réservé du texte 3"/>
          <p:cNvSpPr>
            <a:spLocks noGrp="1"/>
          </p:cNvSpPr>
          <p:nvPr>
            <p:ph type="body" sz="quarter" idx="11"/>
          </p:nvPr>
        </p:nvSpPr>
        <p:spPr>
          <a:xfrm>
            <a:off x="2946403" y="317500"/>
            <a:ext cx="2019300" cy="381000"/>
          </a:xfrm>
          <a:prstGeom prst="rect">
            <a:avLst/>
          </a:prstGeom>
        </p:spPr>
        <p:txBody>
          <a:bodyPr anchor="ctr"/>
          <a:lstStyle>
            <a:lvl1pPr marL="0" indent="0">
              <a:buNone/>
              <a:defRPr sz="1351">
                <a:solidFill>
                  <a:schemeClr val="tx1"/>
                </a:solidFill>
                <a:latin typeface="Nexa Light" charset="0"/>
                <a:ea typeface="Nexa Light" charset="0"/>
                <a:cs typeface="Nexa Light" charset="0"/>
              </a:defRPr>
            </a:lvl1pPr>
          </a:lstStyle>
          <a:p>
            <a:pPr lvl="0"/>
            <a:endParaRPr lang="fr-FR" dirty="0"/>
          </a:p>
        </p:txBody>
      </p:sp>
      <p:sp>
        <p:nvSpPr>
          <p:cNvPr id="5" name="Espace réservé du texte 4"/>
          <p:cNvSpPr>
            <a:spLocks noGrp="1"/>
          </p:cNvSpPr>
          <p:nvPr>
            <p:ph type="body" sz="quarter" idx="13" hasCustomPrompt="1"/>
          </p:nvPr>
        </p:nvSpPr>
        <p:spPr>
          <a:xfrm>
            <a:off x="1028700" y="1549401"/>
            <a:ext cx="5003800" cy="3517900"/>
          </a:xfrm>
          <a:prstGeom prst="rect">
            <a:avLst/>
          </a:prstGeom>
        </p:spPr>
        <p:txBody>
          <a:bodyPr/>
          <a:lstStyle>
            <a:lvl1pPr marL="0" indent="0">
              <a:lnSpc>
                <a:spcPct val="150000"/>
              </a:lnSpc>
              <a:buNone/>
              <a:defRPr sz="1351">
                <a:solidFill>
                  <a:srgbClr val="702082"/>
                </a:solidFill>
                <a:latin typeface="Nexa Bold" charset="0"/>
                <a:ea typeface="Nexa Bold" charset="0"/>
                <a:cs typeface="Nexa Bold" charset="0"/>
              </a:defRPr>
            </a:lvl1pPr>
            <a:lvl2pPr marL="342866" indent="0">
              <a:lnSpc>
                <a:spcPct val="80000"/>
              </a:lnSpc>
              <a:buFontTx/>
              <a:buNone/>
              <a:defRPr sz="1125">
                <a:solidFill>
                  <a:schemeClr val="tx1"/>
                </a:solidFill>
                <a:latin typeface="Nexa Light" charset="0"/>
                <a:ea typeface="Nexa Light" charset="0"/>
                <a:cs typeface="Nexa Light" charset="0"/>
              </a:defRPr>
            </a:lvl2pPr>
          </a:lstStyle>
          <a:p>
            <a:pPr lvl="0"/>
            <a:r>
              <a:rPr lang="fr-FR" dirty="0"/>
              <a:t>Titre</a:t>
            </a:r>
          </a:p>
          <a:p>
            <a:pPr lvl="1"/>
            <a:r>
              <a:rPr lang="fr-FR" dirty="0"/>
              <a:t>Texte</a:t>
            </a:r>
          </a:p>
          <a:p>
            <a:pPr lvl="1"/>
            <a:endParaRPr lang="fr-FR" dirty="0"/>
          </a:p>
        </p:txBody>
      </p:sp>
      <p:sp>
        <p:nvSpPr>
          <p:cNvPr id="3" name="Espace réservé pour une image  2"/>
          <p:cNvSpPr>
            <a:spLocks noGrp="1"/>
          </p:cNvSpPr>
          <p:nvPr>
            <p:ph type="pic" sz="quarter" idx="14"/>
          </p:nvPr>
        </p:nvSpPr>
        <p:spPr>
          <a:xfrm>
            <a:off x="6388100" y="1549401"/>
            <a:ext cx="4800600" cy="3517900"/>
          </a:xfrm>
          <a:prstGeom prst="rect">
            <a:avLst/>
          </a:prstGeom>
        </p:spPr>
        <p:txBody>
          <a:bodyPr/>
          <a:lstStyle/>
          <a:p>
            <a:endParaRPr lang="fr-FR"/>
          </a:p>
        </p:txBody>
      </p:sp>
      <p:sp>
        <p:nvSpPr>
          <p:cNvPr id="11" name="Espace réservé du texte 10"/>
          <p:cNvSpPr>
            <a:spLocks noGrp="1"/>
          </p:cNvSpPr>
          <p:nvPr>
            <p:ph type="body" sz="quarter" idx="15"/>
          </p:nvPr>
        </p:nvSpPr>
        <p:spPr>
          <a:xfrm>
            <a:off x="6388100" y="5324486"/>
            <a:ext cx="4800600" cy="282949"/>
          </a:xfrm>
          <a:prstGeom prst="rect">
            <a:avLst/>
          </a:prstGeom>
        </p:spPr>
        <p:txBody>
          <a:bodyPr/>
          <a:lstStyle>
            <a:lvl1pPr marL="0" indent="0">
              <a:buFontTx/>
              <a:buNone/>
              <a:defRPr sz="900">
                <a:solidFill>
                  <a:srgbClr val="702082"/>
                </a:solidFill>
                <a:latin typeface="Nexa Bold" charset="0"/>
                <a:ea typeface="Nexa Bold" charset="0"/>
                <a:cs typeface="Nexa Bold" charset="0"/>
              </a:defRPr>
            </a:lvl1pPr>
          </a:lstStyle>
          <a:p>
            <a:pPr lvl="0"/>
            <a:endParaRPr lang="fr-FR" dirty="0"/>
          </a:p>
        </p:txBody>
      </p:sp>
      <p:sp>
        <p:nvSpPr>
          <p:cNvPr id="14" name="Espace réservé du texte 10"/>
          <p:cNvSpPr>
            <a:spLocks noGrp="1"/>
          </p:cNvSpPr>
          <p:nvPr>
            <p:ph type="body" sz="quarter" idx="16"/>
          </p:nvPr>
        </p:nvSpPr>
        <p:spPr>
          <a:xfrm>
            <a:off x="6388100" y="5609116"/>
            <a:ext cx="4800600" cy="390525"/>
          </a:xfrm>
          <a:prstGeom prst="rect">
            <a:avLst/>
          </a:prstGeom>
        </p:spPr>
        <p:txBody>
          <a:bodyPr/>
          <a:lstStyle>
            <a:lvl1pPr marL="0" indent="0">
              <a:buFontTx/>
              <a:buNone/>
              <a:defRPr sz="900">
                <a:solidFill>
                  <a:schemeClr val="tx1"/>
                </a:solidFill>
                <a:latin typeface="Nexa Light" charset="0"/>
                <a:ea typeface="Nexa Light" charset="0"/>
                <a:cs typeface="Nexa Light" charset="0"/>
              </a:defRPr>
            </a:lvl1pPr>
          </a:lstStyle>
          <a:p>
            <a:pPr lvl="0"/>
            <a:endParaRPr lang="fr-FR" dirty="0"/>
          </a:p>
        </p:txBody>
      </p:sp>
      <p:sp>
        <p:nvSpPr>
          <p:cNvPr id="2" name="Espace réservé du numéro de diapositive 5">
            <a:extLst>
              <a:ext uri="{FF2B5EF4-FFF2-40B4-BE49-F238E27FC236}">
                <a16:creationId xmlns:a16="http://schemas.microsoft.com/office/drawing/2014/main" id="{BC5C7260-B65B-09EF-FC3E-A3304736322B}"/>
              </a:ext>
            </a:extLst>
          </p:cNvPr>
          <p:cNvSpPr>
            <a:spLocks noGrp="1"/>
          </p:cNvSpPr>
          <p:nvPr>
            <p:ph type="sldNum" sz="quarter" idx="12"/>
          </p:nvPr>
        </p:nvSpPr>
        <p:spPr>
          <a:xfrm>
            <a:off x="8737600" y="6356352"/>
            <a:ext cx="2844800" cy="365125"/>
          </a:xfrm>
        </p:spPr>
        <p:txBody>
          <a:bodyPr/>
          <a:lstStyle/>
          <a:p>
            <a:fld id="{B6E69D5D-3C54-E347-B3D4-70BDFA7C6521}" type="slidenum">
              <a:rPr lang="fr-FR" smtClean="0"/>
              <a:t>‹#›</a:t>
            </a:fld>
            <a:endParaRPr lang="fr-FR"/>
          </a:p>
        </p:txBody>
      </p:sp>
    </p:spTree>
    <p:extLst>
      <p:ext uri="{BB962C8B-B14F-4D97-AF65-F5344CB8AC3E}">
        <p14:creationId xmlns:p14="http://schemas.microsoft.com/office/powerpoint/2010/main" val="41166312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914400" y="2130430"/>
            <a:ext cx="10363200" cy="1470025"/>
          </a:xfrm>
        </p:spPr>
        <p:txBody>
          <a:bodyPr/>
          <a:lstStyle/>
          <a:p>
            <a:r>
              <a:rPr lang="fr-FR"/>
              <a:t>Cliquez et modifiez le titre</a:t>
            </a:r>
          </a:p>
        </p:txBody>
      </p:sp>
      <p:sp>
        <p:nvSpPr>
          <p:cNvPr id="3" name="Sous-titr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67" indent="0" algn="ctr">
              <a:buNone/>
              <a:defRPr>
                <a:solidFill>
                  <a:schemeClr val="tx1">
                    <a:tint val="75000"/>
                  </a:schemeClr>
                </a:solidFill>
              </a:defRPr>
            </a:lvl2pPr>
            <a:lvl3pPr marL="914332" indent="0" algn="ctr">
              <a:buNone/>
              <a:defRPr>
                <a:solidFill>
                  <a:schemeClr val="tx1">
                    <a:tint val="75000"/>
                  </a:schemeClr>
                </a:solidFill>
              </a:defRPr>
            </a:lvl3pPr>
            <a:lvl4pPr marL="1371498" indent="0" algn="ctr">
              <a:buNone/>
              <a:defRPr>
                <a:solidFill>
                  <a:schemeClr val="tx1">
                    <a:tint val="75000"/>
                  </a:schemeClr>
                </a:solidFill>
              </a:defRPr>
            </a:lvl4pPr>
            <a:lvl5pPr marL="1828664" indent="0" algn="ctr">
              <a:buNone/>
              <a:defRPr>
                <a:solidFill>
                  <a:schemeClr val="tx1">
                    <a:tint val="75000"/>
                  </a:schemeClr>
                </a:solidFill>
              </a:defRPr>
            </a:lvl5pPr>
            <a:lvl6pPr marL="2285830" indent="0" algn="ctr">
              <a:buNone/>
              <a:defRPr>
                <a:solidFill>
                  <a:schemeClr val="tx1">
                    <a:tint val="75000"/>
                  </a:schemeClr>
                </a:solidFill>
              </a:defRPr>
            </a:lvl6pPr>
            <a:lvl7pPr marL="2742994" indent="0" algn="ctr">
              <a:buNone/>
              <a:defRPr>
                <a:solidFill>
                  <a:schemeClr val="tx1">
                    <a:tint val="75000"/>
                  </a:schemeClr>
                </a:solidFill>
              </a:defRPr>
            </a:lvl7pPr>
            <a:lvl8pPr marL="3200160" indent="0" algn="ctr">
              <a:buNone/>
              <a:defRPr>
                <a:solidFill>
                  <a:schemeClr val="tx1">
                    <a:tint val="75000"/>
                  </a:schemeClr>
                </a:solidFill>
              </a:defRPr>
            </a:lvl8pPr>
            <a:lvl9pPr marL="3657327"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6E69D5D-3C54-E347-B3D4-70BDFA7C6521}" type="slidenum">
              <a:rPr lang="fr-FR" smtClean="0"/>
              <a:t>‹#›</a:t>
            </a:fld>
            <a:endParaRPr lang="fr-FR"/>
          </a:p>
        </p:txBody>
      </p:sp>
    </p:spTree>
    <p:extLst>
      <p:ext uri="{BB962C8B-B14F-4D97-AF65-F5344CB8AC3E}">
        <p14:creationId xmlns:p14="http://schemas.microsoft.com/office/powerpoint/2010/main" val="33871318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6E69D5D-3C54-E347-B3D4-70BDFA7C6521}" type="slidenum">
              <a:rPr lang="fr-FR" smtClean="0"/>
              <a:t>‹#›</a:t>
            </a:fld>
            <a:endParaRPr lang="fr-FR"/>
          </a:p>
        </p:txBody>
      </p:sp>
    </p:spTree>
    <p:extLst>
      <p:ext uri="{BB962C8B-B14F-4D97-AF65-F5344CB8AC3E}">
        <p14:creationId xmlns:p14="http://schemas.microsoft.com/office/powerpoint/2010/main" val="30487931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963084" y="4406901"/>
            <a:ext cx="10363200" cy="1362075"/>
          </a:xfrm>
        </p:spPr>
        <p:txBody>
          <a:bodyPr anchor="t"/>
          <a:lstStyle>
            <a:lvl1pPr algn="l">
              <a:defRPr sz="4000" b="1" cap="all"/>
            </a:lvl1pPr>
          </a:lstStyle>
          <a:p>
            <a:r>
              <a:rPr lang="fr-FR"/>
              <a:t>Cliquez et modifiez le titre</a:t>
            </a:r>
          </a:p>
        </p:txBody>
      </p:sp>
      <p:sp>
        <p:nvSpPr>
          <p:cNvPr id="3" name="Espace réservé du texte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167" indent="0">
              <a:buNone/>
              <a:defRPr sz="1800">
                <a:solidFill>
                  <a:schemeClr val="tx1">
                    <a:tint val="75000"/>
                  </a:schemeClr>
                </a:solidFill>
              </a:defRPr>
            </a:lvl2pPr>
            <a:lvl3pPr marL="914332" indent="0">
              <a:buNone/>
              <a:defRPr sz="1600">
                <a:solidFill>
                  <a:schemeClr val="tx1">
                    <a:tint val="75000"/>
                  </a:schemeClr>
                </a:solidFill>
              </a:defRPr>
            </a:lvl3pPr>
            <a:lvl4pPr marL="1371498" indent="0">
              <a:buNone/>
              <a:defRPr sz="1400">
                <a:solidFill>
                  <a:schemeClr val="tx1">
                    <a:tint val="75000"/>
                  </a:schemeClr>
                </a:solidFill>
              </a:defRPr>
            </a:lvl4pPr>
            <a:lvl5pPr marL="1828664" indent="0">
              <a:buNone/>
              <a:defRPr sz="1400">
                <a:solidFill>
                  <a:schemeClr val="tx1">
                    <a:tint val="75000"/>
                  </a:schemeClr>
                </a:solidFill>
              </a:defRPr>
            </a:lvl5pPr>
            <a:lvl6pPr marL="2285830" indent="0">
              <a:buNone/>
              <a:defRPr sz="1400">
                <a:solidFill>
                  <a:schemeClr val="tx1">
                    <a:tint val="75000"/>
                  </a:schemeClr>
                </a:solidFill>
              </a:defRPr>
            </a:lvl6pPr>
            <a:lvl7pPr marL="2742994" indent="0">
              <a:buNone/>
              <a:defRPr sz="1400">
                <a:solidFill>
                  <a:schemeClr val="tx1">
                    <a:tint val="75000"/>
                  </a:schemeClr>
                </a:solidFill>
              </a:defRPr>
            </a:lvl7pPr>
            <a:lvl8pPr marL="3200160" indent="0">
              <a:buNone/>
              <a:defRPr sz="1400">
                <a:solidFill>
                  <a:schemeClr val="tx1">
                    <a:tint val="75000"/>
                  </a:schemeClr>
                </a:solidFill>
              </a:defRPr>
            </a:lvl8pPr>
            <a:lvl9pPr marL="3657327"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6E69D5D-3C54-E347-B3D4-70BDFA7C6521}" type="slidenum">
              <a:rPr lang="fr-FR" smtClean="0"/>
              <a:t>‹#›</a:t>
            </a:fld>
            <a:endParaRPr lang="fr-FR"/>
          </a:p>
        </p:txBody>
      </p:sp>
    </p:spTree>
    <p:extLst>
      <p:ext uri="{BB962C8B-B14F-4D97-AF65-F5344CB8AC3E}">
        <p14:creationId xmlns:p14="http://schemas.microsoft.com/office/powerpoint/2010/main" val="33150055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6E69D5D-3C54-E347-B3D4-70BDFA7C6521}" type="slidenum">
              <a:rPr lang="fr-FR" smtClean="0"/>
              <a:t>‹#›</a:t>
            </a:fld>
            <a:endParaRPr lang="fr-FR"/>
          </a:p>
        </p:txBody>
      </p:sp>
    </p:spTree>
    <p:extLst>
      <p:ext uri="{BB962C8B-B14F-4D97-AF65-F5344CB8AC3E}">
        <p14:creationId xmlns:p14="http://schemas.microsoft.com/office/powerpoint/2010/main" val="881261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et modifiez le titre</a:t>
            </a:r>
          </a:p>
        </p:txBody>
      </p:sp>
      <p:sp>
        <p:nvSpPr>
          <p:cNvPr id="3" name="Espace réservé du texte 2"/>
          <p:cNvSpPr>
            <a:spLocks noGrp="1"/>
          </p:cNvSpPr>
          <p:nvPr>
            <p:ph type="body" idx="1"/>
          </p:nvPr>
        </p:nvSpPr>
        <p:spPr>
          <a:xfrm>
            <a:off x="609600" y="1535113"/>
            <a:ext cx="5386917" cy="639763"/>
          </a:xfrm>
        </p:spPr>
        <p:txBody>
          <a:bodyPr anchor="b"/>
          <a:lstStyle>
            <a:lvl1pPr marL="0" indent="0">
              <a:buNone/>
              <a:defRPr sz="2400" b="1"/>
            </a:lvl1pPr>
            <a:lvl2pPr marL="457167" indent="0">
              <a:buNone/>
              <a:defRPr sz="2000" b="1"/>
            </a:lvl2pPr>
            <a:lvl3pPr marL="914332" indent="0">
              <a:buNone/>
              <a:defRPr sz="1800" b="1"/>
            </a:lvl3pPr>
            <a:lvl4pPr marL="1371498" indent="0">
              <a:buNone/>
              <a:defRPr sz="1600" b="1"/>
            </a:lvl4pPr>
            <a:lvl5pPr marL="1828664" indent="0">
              <a:buNone/>
              <a:defRPr sz="1600" b="1"/>
            </a:lvl5pPr>
            <a:lvl6pPr marL="2285830" indent="0">
              <a:buNone/>
              <a:defRPr sz="1600" b="1"/>
            </a:lvl6pPr>
            <a:lvl7pPr marL="2742994" indent="0">
              <a:buNone/>
              <a:defRPr sz="1600" b="1"/>
            </a:lvl7pPr>
            <a:lvl8pPr marL="3200160" indent="0">
              <a:buNone/>
              <a:defRPr sz="1600" b="1"/>
            </a:lvl8pPr>
            <a:lvl9pPr marL="3657327"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93377" y="1535113"/>
            <a:ext cx="5389033" cy="639763"/>
          </a:xfrm>
        </p:spPr>
        <p:txBody>
          <a:bodyPr anchor="b"/>
          <a:lstStyle>
            <a:lvl1pPr marL="0" indent="0">
              <a:buNone/>
              <a:defRPr sz="2400" b="1"/>
            </a:lvl1pPr>
            <a:lvl2pPr marL="457167" indent="0">
              <a:buNone/>
              <a:defRPr sz="2000" b="1"/>
            </a:lvl2pPr>
            <a:lvl3pPr marL="914332" indent="0">
              <a:buNone/>
              <a:defRPr sz="1800" b="1"/>
            </a:lvl3pPr>
            <a:lvl4pPr marL="1371498" indent="0">
              <a:buNone/>
              <a:defRPr sz="1600" b="1"/>
            </a:lvl4pPr>
            <a:lvl5pPr marL="1828664" indent="0">
              <a:buNone/>
              <a:defRPr sz="1600" b="1"/>
            </a:lvl5pPr>
            <a:lvl6pPr marL="2285830" indent="0">
              <a:buNone/>
              <a:defRPr sz="1600" b="1"/>
            </a:lvl6pPr>
            <a:lvl7pPr marL="2742994" indent="0">
              <a:buNone/>
              <a:defRPr sz="1600" b="1"/>
            </a:lvl7pPr>
            <a:lvl8pPr marL="3200160" indent="0">
              <a:buNone/>
              <a:defRPr sz="1600" b="1"/>
            </a:lvl8pPr>
            <a:lvl9pPr marL="3657327"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619337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B6E69D5D-3C54-E347-B3D4-70BDFA7C6521}" type="slidenum">
              <a:rPr lang="fr-FR" smtClean="0"/>
              <a:t>‹#›</a:t>
            </a:fld>
            <a:endParaRPr lang="fr-FR"/>
          </a:p>
        </p:txBody>
      </p:sp>
    </p:spTree>
    <p:extLst>
      <p:ext uri="{BB962C8B-B14F-4D97-AF65-F5344CB8AC3E}">
        <p14:creationId xmlns:p14="http://schemas.microsoft.com/office/powerpoint/2010/main" val="5710815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e la date 2"/>
          <p:cNvSpPr>
            <a:spLocks noGrp="1"/>
          </p:cNvSpPr>
          <p:nvPr>
            <p:ph type="dt" sz="half" idx="10"/>
          </p:nvPr>
        </p:nvSpPr>
        <p:spPr/>
        <p:txBody>
          <a:bodyPr/>
          <a:lstStyle/>
          <a:p>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B6E69D5D-3C54-E347-B3D4-70BDFA7C6521}" type="slidenum">
              <a:rPr lang="fr-FR" smtClean="0"/>
              <a:t>‹#›</a:t>
            </a:fld>
            <a:endParaRPr lang="fr-FR"/>
          </a:p>
        </p:txBody>
      </p:sp>
    </p:spTree>
    <p:extLst>
      <p:ext uri="{BB962C8B-B14F-4D97-AF65-F5344CB8AC3E}">
        <p14:creationId xmlns:p14="http://schemas.microsoft.com/office/powerpoint/2010/main" val="20901397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B6E69D5D-3C54-E347-B3D4-70BDFA7C6521}" type="slidenum">
              <a:rPr lang="fr-FR" smtClean="0"/>
              <a:t>‹#›</a:t>
            </a:fld>
            <a:endParaRPr lang="fr-FR"/>
          </a:p>
        </p:txBody>
      </p:sp>
    </p:spTree>
    <p:extLst>
      <p:ext uri="{BB962C8B-B14F-4D97-AF65-F5344CB8AC3E}">
        <p14:creationId xmlns:p14="http://schemas.microsoft.com/office/powerpoint/2010/main" val="274010261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09610" y="273049"/>
            <a:ext cx="4011084" cy="1162051"/>
          </a:xfrm>
        </p:spPr>
        <p:txBody>
          <a:bodyPr anchor="b"/>
          <a:lstStyle>
            <a:lvl1pPr algn="l">
              <a:defRPr sz="2000" b="1"/>
            </a:lvl1pPr>
          </a:lstStyle>
          <a:p>
            <a:r>
              <a:rPr lang="fr-FR"/>
              <a:t>Cliquez et modifiez le titre</a:t>
            </a:r>
          </a:p>
        </p:txBody>
      </p:sp>
      <p:sp>
        <p:nvSpPr>
          <p:cNvPr id="3" name="Espace réservé du contenu 2"/>
          <p:cNvSpPr>
            <a:spLocks noGrp="1"/>
          </p:cNvSpPr>
          <p:nvPr>
            <p:ph idx="1"/>
          </p:nvPr>
        </p:nvSpPr>
        <p:spPr>
          <a:xfrm>
            <a:off x="4766733" y="273056"/>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609610" y="1435104"/>
            <a:ext cx="4011084" cy="4691063"/>
          </a:xfrm>
        </p:spPr>
        <p:txBody>
          <a:bodyPr/>
          <a:lstStyle>
            <a:lvl1pPr marL="0" indent="0">
              <a:buNone/>
              <a:defRPr sz="1400"/>
            </a:lvl1pPr>
            <a:lvl2pPr marL="457167" indent="0">
              <a:buNone/>
              <a:defRPr sz="1200"/>
            </a:lvl2pPr>
            <a:lvl3pPr marL="914332" indent="0">
              <a:buNone/>
              <a:defRPr sz="1000"/>
            </a:lvl3pPr>
            <a:lvl4pPr marL="1371498" indent="0">
              <a:buNone/>
              <a:defRPr sz="900"/>
            </a:lvl4pPr>
            <a:lvl5pPr marL="1828664" indent="0">
              <a:buNone/>
              <a:defRPr sz="900"/>
            </a:lvl5pPr>
            <a:lvl6pPr marL="2285830" indent="0">
              <a:buNone/>
              <a:defRPr sz="900"/>
            </a:lvl6pPr>
            <a:lvl7pPr marL="2742994" indent="0">
              <a:buNone/>
              <a:defRPr sz="900"/>
            </a:lvl7pPr>
            <a:lvl8pPr marL="3200160" indent="0">
              <a:buNone/>
              <a:defRPr sz="900"/>
            </a:lvl8pPr>
            <a:lvl9pPr marL="3657327"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6E69D5D-3C54-E347-B3D4-70BDFA7C6521}" type="slidenum">
              <a:rPr lang="fr-FR" smtClean="0"/>
              <a:t>‹#›</a:t>
            </a:fld>
            <a:endParaRPr lang="fr-FR"/>
          </a:p>
        </p:txBody>
      </p:sp>
    </p:spTree>
    <p:extLst>
      <p:ext uri="{BB962C8B-B14F-4D97-AF65-F5344CB8AC3E}">
        <p14:creationId xmlns:p14="http://schemas.microsoft.com/office/powerpoint/2010/main" val="27942871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2389717" y="4800601"/>
            <a:ext cx="7315200" cy="566739"/>
          </a:xfrm>
        </p:spPr>
        <p:txBody>
          <a:bodyPr anchor="b"/>
          <a:lstStyle>
            <a:lvl1pPr algn="l">
              <a:defRPr sz="2000" b="1"/>
            </a:lvl1pPr>
          </a:lstStyle>
          <a:p>
            <a:r>
              <a:rPr lang="fr-FR"/>
              <a:t>Cliquez et modifiez le titre</a:t>
            </a:r>
          </a:p>
        </p:txBody>
      </p:sp>
      <p:sp>
        <p:nvSpPr>
          <p:cNvPr id="3" name="Espace réservé pour une image  2"/>
          <p:cNvSpPr>
            <a:spLocks noGrp="1"/>
          </p:cNvSpPr>
          <p:nvPr>
            <p:ph type="pic" idx="1"/>
          </p:nvPr>
        </p:nvSpPr>
        <p:spPr>
          <a:xfrm>
            <a:off x="2389717" y="612775"/>
            <a:ext cx="7315200" cy="4114800"/>
          </a:xfrm>
        </p:spPr>
        <p:txBody>
          <a:bodyPr/>
          <a:lstStyle>
            <a:lvl1pPr marL="0" indent="0">
              <a:buNone/>
              <a:defRPr sz="3200"/>
            </a:lvl1pPr>
            <a:lvl2pPr marL="457167" indent="0">
              <a:buNone/>
              <a:defRPr sz="2800"/>
            </a:lvl2pPr>
            <a:lvl3pPr marL="914332" indent="0">
              <a:buNone/>
              <a:defRPr sz="2400"/>
            </a:lvl3pPr>
            <a:lvl4pPr marL="1371498" indent="0">
              <a:buNone/>
              <a:defRPr sz="2000"/>
            </a:lvl4pPr>
            <a:lvl5pPr marL="1828664" indent="0">
              <a:buNone/>
              <a:defRPr sz="2000"/>
            </a:lvl5pPr>
            <a:lvl6pPr marL="2285830" indent="0">
              <a:buNone/>
              <a:defRPr sz="2000"/>
            </a:lvl6pPr>
            <a:lvl7pPr marL="2742994" indent="0">
              <a:buNone/>
              <a:defRPr sz="2000"/>
            </a:lvl7pPr>
            <a:lvl8pPr marL="3200160" indent="0">
              <a:buNone/>
              <a:defRPr sz="2000"/>
            </a:lvl8pPr>
            <a:lvl9pPr marL="3657327" indent="0">
              <a:buNone/>
              <a:defRPr sz="2000"/>
            </a:lvl9pPr>
          </a:lstStyle>
          <a:p>
            <a:endParaRPr lang="fr-FR"/>
          </a:p>
        </p:txBody>
      </p:sp>
      <p:sp>
        <p:nvSpPr>
          <p:cNvPr id="4" name="Espace réservé du texte 3"/>
          <p:cNvSpPr>
            <a:spLocks noGrp="1"/>
          </p:cNvSpPr>
          <p:nvPr>
            <p:ph type="body" sz="half" idx="2"/>
          </p:nvPr>
        </p:nvSpPr>
        <p:spPr>
          <a:xfrm>
            <a:off x="2389717" y="5367342"/>
            <a:ext cx="7315200" cy="804863"/>
          </a:xfrm>
        </p:spPr>
        <p:txBody>
          <a:bodyPr/>
          <a:lstStyle>
            <a:lvl1pPr marL="0" indent="0">
              <a:buNone/>
              <a:defRPr sz="1400"/>
            </a:lvl1pPr>
            <a:lvl2pPr marL="457167" indent="0">
              <a:buNone/>
              <a:defRPr sz="1200"/>
            </a:lvl2pPr>
            <a:lvl3pPr marL="914332" indent="0">
              <a:buNone/>
              <a:defRPr sz="1000"/>
            </a:lvl3pPr>
            <a:lvl4pPr marL="1371498" indent="0">
              <a:buNone/>
              <a:defRPr sz="900"/>
            </a:lvl4pPr>
            <a:lvl5pPr marL="1828664" indent="0">
              <a:buNone/>
              <a:defRPr sz="900"/>
            </a:lvl5pPr>
            <a:lvl6pPr marL="2285830" indent="0">
              <a:buNone/>
              <a:defRPr sz="900"/>
            </a:lvl6pPr>
            <a:lvl7pPr marL="2742994" indent="0">
              <a:buNone/>
              <a:defRPr sz="900"/>
            </a:lvl7pPr>
            <a:lvl8pPr marL="3200160" indent="0">
              <a:buNone/>
              <a:defRPr sz="900"/>
            </a:lvl8pPr>
            <a:lvl9pPr marL="3657327"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6E69D5D-3C54-E347-B3D4-70BDFA7C6521}" type="slidenum">
              <a:rPr lang="fr-FR" smtClean="0"/>
              <a:t>‹#›</a:t>
            </a:fld>
            <a:endParaRPr lang="fr-FR"/>
          </a:p>
        </p:txBody>
      </p:sp>
    </p:spTree>
    <p:extLst>
      <p:ext uri="{BB962C8B-B14F-4D97-AF65-F5344CB8AC3E}">
        <p14:creationId xmlns:p14="http://schemas.microsoft.com/office/powerpoint/2010/main" val="20734125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6E69D5D-3C54-E347-B3D4-70BDFA7C6521}" type="slidenum">
              <a:rPr lang="fr-FR" smtClean="0"/>
              <a:t>‹#›</a:t>
            </a:fld>
            <a:endParaRPr lang="fr-FR"/>
          </a:p>
        </p:txBody>
      </p:sp>
    </p:spTree>
    <p:extLst>
      <p:ext uri="{BB962C8B-B14F-4D97-AF65-F5344CB8AC3E}">
        <p14:creationId xmlns:p14="http://schemas.microsoft.com/office/powerpoint/2010/main" val="25273984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839200" y="274640"/>
            <a:ext cx="2743200" cy="5851525"/>
          </a:xfrm>
        </p:spPr>
        <p:txBody>
          <a:bodyPr vert="eaVert"/>
          <a:lstStyle/>
          <a:p>
            <a:r>
              <a:rPr lang="fr-FR"/>
              <a:t>Cliquez et modifiez le titre</a:t>
            </a:r>
          </a:p>
        </p:txBody>
      </p:sp>
      <p:sp>
        <p:nvSpPr>
          <p:cNvPr id="3" name="Espace réservé du texte vertical 2"/>
          <p:cNvSpPr>
            <a:spLocks noGrp="1"/>
          </p:cNvSpPr>
          <p:nvPr>
            <p:ph type="body" orient="vert" idx="1"/>
          </p:nvPr>
        </p:nvSpPr>
        <p:spPr>
          <a:xfrm>
            <a:off x="609600" y="274640"/>
            <a:ext cx="80264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6E69D5D-3C54-E347-B3D4-70BDFA7C6521}" type="slidenum">
              <a:rPr lang="fr-FR" smtClean="0"/>
              <a:t>‹#›</a:t>
            </a:fld>
            <a:endParaRPr lang="fr-FR"/>
          </a:p>
        </p:txBody>
      </p:sp>
    </p:spTree>
    <p:extLst>
      <p:ext uri="{BB962C8B-B14F-4D97-AF65-F5344CB8AC3E}">
        <p14:creationId xmlns:p14="http://schemas.microsoft.com/office/powerpoint/2010/main" val="13420840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Page_Txt+img 1">
    <p:spTree>
      <p:nvGrpSpPr>
        <p:cNvPr id="1" name=""/>
        <p:cNvGrpSpPr/>
        <p:nvPr/>
      </p:nvGrpSpPr>
      <p:grpSpPr>
        <a:xfrm>
          <a:off x="0" y="0"/>
          <a:ext cx="0" cy="0"/>
          <a:chOff x="0" y="0"/>
          <a:chExt cx="0" cy="0"/>
        </a:xfrm>
      </p:grpSpPr>
      <p:sp>
        <p:nvSpPr>
          <p:cNvPr id="4" name="Espace réservé du texte 3"/>
          <p:cNvSpPr>
            <a:spLocks noGrp="1"/>
          </p:cNvSpPr>
          <p:nvPr>
            <p:ph type="body" sz="quarter" idx="10" hasCustomPrompt="1"/>
          </p:nvPr>
        </p:nvSpPr>
        <p:spPr>
          <a:xfrm>
            <a:off x="635001" y="317500"/>
            <a:ext cx="2019300" cy="381000"/>
          </a:xfrm>
          <a:prstGeom prst="rect">
            <a:avLst/>
          </a:prstGeom>
        </p:spPr>
        <p:txBody>
          <a:bodyPr anchor="ctr"/>
          <a:lstStyle>
            <a:lvl1pPr marL="0" indent="0">
              <a:buNone/>
              <a:defRPr sz="1800">
                <a:solidFill>
                  <a:srgbClr val="702082"/>
                </a:solidFill>
                <a:latin typeface="Nexa Bold" charset="0"/>
                <a:ea typeface="Nexa Bold" charset="0"/>
                <a:cs typeface="Nexa Bold" charset="0"/>
              </a:defRPr>
            </a:lvl1pPr>
          </a:lstStyle>
          <a:p>
            <a:pPr lvl="0"/>
            <a:r>
              <a:rPr lang="fr-FR" dirty="0"/>
              <a:t>S Durrleman</a:t>
            </a:r>
          </a:p>
        </p:txBody>
      </p:sp>
      <p:sp>
        <p:nvSpPr>
          <p:cNvPr id="12" name="Espace réservé du texte 3"/>
          <p:cNvSpPr>
            <a:spLocks noGrp="1"/>
          </p:cNvSpPr>
          <p:nvPr>
            <p:ph type="body" sz="quarter" idx="11" hasCustomPrompt="1"/>
          </p:nvPr>
        </p:nvSpPr>
        <p:spPr>
          <a:xfrm>
            <a:off x="2946400" y="317500"/>
            <a:ext cx="3317923" cy="381000"/>
          </a:xfrm>
          <a:prstGeom prst="rect">
            <a:avLst/>
          </a:prstGeom>
        </p:spPr>
        <p:txBody>
          <a:bodyPr anchor="ctr"/>
          <a:lstStyle>
            <a:lvl1pPr marL="0" indent="0">
              <a:buNone/>
              <a:defRPr sz="1800" baseline="0">
                <a:solidFill>
                  <a:schemeClr val="tx1"/>
                </a:solidFill>
                <a:latin typeface="Nexa Light" charset="0"/>
                <a:ea typeface="Nexa Light" charset="0"/>
                <a:cs typeface="Nexa Light" charset="0"/>
              </a:defRPr>
            </a:lvl1pPr>
          </a:lstStyle>
          <a:p>
            <a:pPr lvl="0"/>
            <a:r>
              <a:rPr lang="fr-FR" dirty="0"/>
              <a:t>Digital </a:t>
            </a:r>
            <a:r>
              <a:rPr lang="fr-FR" dirty="0" err="1"/>
              <a:t>Models</a:t>
            </a:r>
            <a:r>
              <a:rPr lang="fr-FR" dirty="0"/>
              <a:t> of Brain </a:t>
            </a:r>
            <a:r>
              <a:rPr lang="fr-FR" dirty="0" err="1"/>
              <a:t>Aging</a:t>
            </a:r>
            <a:endParaRPr lang="fr-FR" dirty="0"/>
          </a:p>
        </p:txBody>
      </p:sp>
      <p:sp>
        <p:nvSpPr>
          <p:cNvPr id="5" name="Espace réservé du texte 4"/>
          <p:cNvSpPr>
            <a:spLocks noGrp="1"/>
          </p:cNvSpPr>
          <p:nvPr>
            <p:ph type="body" sz="quarter" idx="13" hasCustomPrompt="1"/>
          </p:nvPr>
        </p:nvSpPr>
        <p:spPr>
          <a:xfrm>
            <a:off x="1028700" y="1549401"/>
            <a:ext cx="5003800" cy="3517900"/>
          </a:xfrm>
          <a:prstGeom prst="rect">
            <a:avLst/>
          </a:prstGeom>
        </p:spPr>
        <p:txBody>
          <a:bodyPr/>
          <a:lstStyle>
            <a:lvl1pPr marL="0" indent="0">
              <a:lnSpc>
                <a:spcPct val="150000"/>
              </a:lnSpc>
              <a:buNone/>
              <a:defRPr sz="1800">
                <a:solidFill>
                  <a:srgbClr val="702082"/>
                </a:solidFill>
                <a:latin typeface="Nexa Bold" charset="0"/>
                <a:ea typeface="Nexa Bold" charset="0"/>
                <a:cs typeface="Nexa Bold" charset="0"/>
              </a:defRPr>
            </a:lvl1pPr>
            <a:lvl2pPr marL="457189" indent="0">
              <a:lnSpc>
                <a:spcPct val="80000"/>
              </a:lnSpc>
              <a:buFontTx/>
              <a:buNone/>
              <a:defRPr sz="1500">
                <a:solidFill>
                  <a:schemeClr val="tx1"/>
                </a:solidFill>
                <a:latin typeface="Nexa Light" charset="0"/>
                <a:ea typeface="Nexa Light" charset="0"/>
                <a:cs typeface="Nexa Light" charset="0"/>
              </a:defRPr>
            </a:lvl2pPr>
          </a:lstStyle>
          <a:p>
            <a:pPr lvl="0"/>
            <a:r>
              <a:rPr lang="fr-FR" dirty="0"/>
              <a:t>Titre</a:t>
            </a:r>
          </a:p>
          <a:p>
            <a:pPr lvl="1"/>
            <a:r>
              <a:rPr lang="fr-FR" dirty="0"/>
              <a:t>Texte</a:t>
            </a:r>
          </a:p>
          <a:p>
            <a:pPr lvl="1"/>
            <a:endParaRPr lang="fr-FR" dirty="0"/>
          </a:p>
        </p:txBody>
      </p:sp>
      <p:sp>
        <p:nvSpPr>
          <p:cNvPr id="3" name="Espace réservé pour une image  2"/>
          <p:cNvSpPr>
            <a:spLocks noGrp="1"/>
          </p:cNvSpPr>
          <p:nvPr>
            <p:ph type="pic" sz="quarter" idx="14"/>
          </p:nvPr>
        </p:nvSpPr>
        <p:spPr>
          <a:xfrm>
            <a:off x="6388100" y="1549401"/>
            <a:ext cx="4800600" cy="3517900"/>
          </a:xfrm>
          <a:prstGeom prst="rect">
            <a:avLst/>
          </a:prstGeom>
        </p:spPr>
        <p:txBody>
          <a:bodyPr/>
          <a:lstStyle/>
          <a:p>
            <a:endParaRPr lang="fr-FR"/>
          </a:p>
        </p:txBody>
      </p:sp>
      <p:sp>
        <p:nvSpPr>
          <p:cNvPr id="11" name="Espace réservé du texte 10"/>
          <p:cNvSpPr>
            <a:spLocks noGrp="1"/>
          </p:cNvSpPr>
          <p:nvPr>
            <p:ph type="body" sz="quarter" idx="15"/>
          </p:nvPr>
        </p:nvSpPr>
        <p:spPr>
          <a:xfrm>
            <a:off x="6388100" y="5324476"/>
            <a:ext cx="4800600" cy="282949"/>
          </a:xfrm>
          <a:prstGeom prst="rect">
            <a:avLst/>
          </a:prstGeom>
        </p:spPr>
        <p:txBody>
          <a:bodyPr/>
          <a:lstStyle>
            <a:lvl1pPr marL="0" indent="0">
              <a:buFontTx/>
              <a:buNone/>
              <a:defRPr sz="1200">
                <a:solidFill>
                  <a:srgbClr val="702082"/>
                </a:solidFill>
                <a:latin typeface="Nexa Bold" charset="0"/>
                <a:ea typeface="Nexa Bold" charset="0"/>
                <a:cs typeface="Nexa Bold" charset="0"/>
              </a:defRPr>
            </a:lvl1pPr>
          </a:lstStyle>
          <a:p>
            <a:pPr lvl="0"/>
            <a:endParaRPr lang="fr-FR" dirty="0"/>
          </a:p>
        </p:txBody>
      </p:sp>
      <p:sp>
        <p:nvSpPr>
          <p:cNvPr id="14" name="Espace réservé du texte 10"/>
          <p:cNvSpPr>
            <a:spLocks noGrp="1"/>
          </p:cNvSpPr>
          <p:nvPr>
            <p:ph type="body" sz="quarter" idx="16"/>
          </p:nvPr>
        </p:nvSpPr>
        <p:spPr>
          <a:xfrm>
            <a:off x="6388100" y="5609106"/>
            <a:ext cx="4800600" cy="390525"/>
          </a:xfrm>
          <a:prstGeom prst="rect">
            <a:avLst/>
          </a:prstGeom>
        </p:spPr>
        <p:txBody>
          <a:bodyPr/>
          <a:lstStyle>
            <a:lvl1pPr marL="0" indent="0">
              <a:buFontTx/>
              <a:buNone/>
              <a:defRPr sz="1200">
                <a:solidFill>
                  <a:schemeClr val="tx1"/>
                </a:solidFill>
                <a:latin typeface="Nexa Light" charset="0"/>
                <a:ea typeface="Nexa Light" charset="0"/>
                <a:cs typeface="Nexa Light" charset="0"/>
              </a:defRPr>
            </a:lvl1pPr>
          </a:lstStyle>
          <a:p>
            <a:pPr lvl="0"/>
            <a:endParaRPr lang="fr-FR" dirty="0"/>
          </a:p>
        </p:txBody>
      </p:sp>
      <p:sp>
        <p:nvSpPr>
          <p:cNvPr id="2" name="Espace réservé du numéro de diapositive 5">
            <a:extLst>
              <a:ext uri="{FF2B5EF4-FFF2-40B4-BE49-F238E27FC236}">
                <a16:creationId xmlns:a16="http://schemas.microsoft.com/office/drawing/2014/main" id="{FFDE47E1-077C-5EED-F3A2-F09BFB30C76E}"/>
              </a:ext>
            </a:extLst>
          </p:cNvPr>
          <p:cNvSpPr>
            <a:spLocks noGrp="1"/>
          </p:cNvSpPr>
          <p:nvPr>
            <p:ph type="sldNum" sz="quarter" idx="12"/>
          </p:nvPr>
        </p:nvSpPr>
        <p:spPr>
          <a:xfrm>
            <a:off x="8737600" y="6356352"/>
            <a:ext cx="2844800" cy="365125"/>
          </a:xfrm>
        </p:spPr>
        <p:txBody>
          <a:bodyPr/>
          <a:lstStyle/>
          <a:p>
            <a:fld id="{B6E69D5D-3C54-E347-B3D4-70BDFA7C6521}" type="slidenum">
              <a:rPr lang="fr-FR" smtClean="0"/>
              <a:t>‹#›</a:t>
            </a:fld>
            <a:endParaRPr lang="fr-FR" dirty="0"/>
          </a:p>
        </p:txBody>
      </p:sp>
    </p:spTree>
    <p:extLst>
      <p:ext uri="{BB962C8B-B14F-4D97-AF65-F5344CB8AC3E}">
        <p14:creationId xmlns:p14="http://schemas.microsoft.com/office/powerpoint/2010/main" val="1121705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age Texte">
    <p:spTree>
      <p:nvGrpSpPr>
        <p:cNvPr id="1" name=""/>
        <p:cNvGrpSpPr/>
        <p:nvPr/>
      </p:nvGrpSpPr>
      <p:grpSpPr>
        <a:xfrm>
          <a:off x="0" y="0"/>
          <a:ext cx="0" cy="0"/>
          <a:chOff x="0" y="0"/>
          <a:chExt cx="0" cy="0"/>
        </a:xfrm>
      </p:grpSpPr>
      <p:sp>
        <p:nvSpPr>
          <p:cNvPr id="4" name="Espace réservé du texte 3"/>
          <p:cNvSpPr>
            <a:spLocks noGrp="1"/>
          </p:cNvSpPr>
          <p:nvPr>
            <p:ph type="body" sz="quarter" idx="10" hasCustomPrompt="1"/>
          </p:nvPr>
        </p:nvSpPr>
        <p:spPr>
          <a:xfrm>
            <a:off x="635001" y="317500"/>
            <a:ext cx="2019300" cy="381000"/>
          </a:xfrm>
          <a:prstGeom prst="rect">
            <a:avLst/>
          </a:prstGeom>
        </p:spPr>
        <p:txBody>
          <a:bodyPr anchor="ctr"/>
          <a:lstStyle>
            <a:lvl1pPr marL="0" indent="0">
              <a:buNone/>
              <a:defRPr sz="1800">
                <a:solidFill>
                  <a:srgbClr val="702082"/>
                </a:solidFill>
                <a:latin typeface="Nexa Bold" charset="0"/>
                <a:ea typeface="Nexa Bold" charset="0"/>
                <a:cs typeface="Nexa Bold" charset="0"/>
              </a:defRPr>
            </a:lvl1pPr>
          </a:lstStyle>
          <a:p>
            <a:pPr lvl="0"/>
            <a:r>
              <a:rPr lang="fr-FR" dirty="0"/>
              <a:t>S Durrleman</a:t>
            </a:r>
          </a:p>
        </p:txBody>
      </p:sp>
      <p:sp>
        <p:nvSpPr>
          <p:cNvPr id="12" name="Espace réservé du texte 3"/>
          <p:cNvSpPr>
            <a:spLocks noGrp="1"/>
          </p:cNvSpPr>
          <p:nvPr>
            <p:ph type="body" sz="quarter" idx="11" hasCustomPrompt="1"/>
          </p:nvPr>
        </p:nvSpPr>
        <p:spPr>
          <a:xfrm>
            <a:off x="2946400" y="317500"/>
            <a:ext cx="3304275" cy="381000"/>
          </a:xfrm>
          <a:prstGeom prst="rect">
            <a:avLst/>
          </a:prstGeom>
        </p:spPr>
        <p:txBody>
          <a:bodyPr anchor="ctr"/>
          <a:lstStyle>
            <a:lvl1pPr marL="0" indent="0">
              <a:buNone/>
              <a:defRPr sz="1800" baseline="0">
                <a:solidFill>
                  <a:schemeClr val="tx1"/>
                </a:solidFill>
                <a:latin typeface="Nexa Light" charset="0"/>
                <a:ea typeface="Nexa Light" charset="0"/>
                <a:cs typeface="Nexa Light" charset="0"/>
              </a:defRPr>
            </a:lvl1pPr>
          </a:lstStyle>
          <a:p>
            <a:pPr lvl="0"/>
            <a:r>
              <a:rPr lang="fr-FR" dirty="0"/>
              <a:t>Digital </a:t>
            </a:r>
            <a:r>
              <a:rPr lang="fr-FR" dirty="0" err="1"/>
              <a:t>Models</a:t>
            </a:r>
            <a:r>
              <a:rPr lang="fr-FR" dirty="0"/>
              <a:t> of Brain </a:t>
            </a:r>
            <a:r>
              <a:rPr lang="fr-FR" dirty="0" err="1"/>
              <a:t>Aging</a:t>
            </a:r>
            <a:endParaRPr lang="fr-FR" dirty="0"/>
          </a:p>
        </p:txBody>
      </p:sp>
      <p:sp>
        <p:nvSpPr>
          <p:cNvPr id="5" name="Espace réservé du texte 4"/>
          <p:cNvSpPr>
            <a:spLocks noGrp="1"/>
          </p:cNvSpPr>
          <p:nvPr>
            <p:ph type="body" sz="quarter" idx="13" hasCustomPrompt="1"/>
          </p:nvPr>
        </p:nvSpPr>
        <p:spPr>
          <a:xfrm>
            <a:off x="1028701" y="1549401"/>
            <a:ext cx="8013700" cy="3517900"/>
          </a:xfrm>
          <a:prstGeom prst="rect">
            <a:avLst/>
          </a:prstGeom>
        </p:spPr>
        <p:txBody>
          <a:bodyPr/>
          <a:lstStyle>
            <a:lvl1pPr marL="0" indent="0">
              <a:lnSpc>
                <a:spcPct val="150000"/>
              </a:lnSpc>
              <a:buNone/>
              <a:defRPr sz="1800">
                <a:solidFill>
                  <a:srgbClr val="702082"/>
                </a:solidFill>
                <a:latin typeface="Nexa Bold" charset="0"/>
                <a:ea typeface="Nexa Bold" charset="0"/>
                <a:cs typeface="Nexa Bold" charset="0"/>
              </a:defRPr>
            </a:lvl1pPr>
            <a:lvl2pPr marL="457189" indent="0">
              <a:lnSpc>
                <a:spcPct val="80000"/>
              </a:lnSpc>
              <a:buFontTx/>
              <a:buNone/>
              <a:defRPr sz="1500">
                <a:solidFill>
                  <a:schemeClr val="tx1"/>
                </a:solidFill>
                <a:latin typeface="Nexa Light" charset="0"/>
                <a:ea typeface="Nexa Light" charset="0"/>
                <a:cs typeface="Nexa Light" charset="0"/>
              </a:defRPr>
            </a:lvl2pPr>
          </a:lstStyle>
          <a:p>
            <a:pPr lvl="0"/>
            <a:r>
              <a:rPr lang="fr-FR" dirty="0"/>
              <a:t>Titre</a:t>
            </a:r>
          </a:p>
          <a:p>
            <a:pPr lvl="1"/>
            <a:r>
              <a:rPr lang="fr-FR" dirty="0"/>
              <a:t>Texte</a:t>
            </a:r>
          </a:p>
          <a:p>
            <a:pPr lvl="0"/>
            <a:r>
              <a:rPr lang="fr-FR" dirty="0"/>
              <a:t>Titre</a:t>
            </a:r>
          </a:p>
          <a:p>
            <a:pPr lvl="1"/>
            <a:r>
              <a:rPr lang="fr-FR" dirty="0"/>
              <a:t>Texte</a:t>
            </a:r>
          </a:p>
          <a:p>
            <a:pPr lvl="0"/>
            <a:r>
              <a:rPr lang="fr-FR" dirty="0"/>
              <a:t>Titre</a:t>
            </a:r>
          </a:p>
          <a:p>
            <a:pPr lvl="1"/>
            <a:r>
              <a:rPr lang="fr-FR" dirty="0"/>
              <a:t>Texte</a:t>
            </a:r>
          </a:p>
          <a:p>
            <a:pPr lvl="1"/>
            <a:endParaRPr lang="fr-FR" dirty="0"/>
          </a:p>
        </p:txBody>
      </p:sp>
      <p:sp>
        <p:nvSpPr>
          <p:cNvPr id="3" name="Espace réservé du numéro de diapositive 5">
            <a:extLst>
              <a:ext uri="{FF2B5EF4-FFF2-40B4-BE49-F238E27FC236}">
                <a16:creationId xmlns:a16="http://schemas.microsoft.com/office/drawing/2014/main" id="{67440FB3-B663-2B90-EA5A-6570E4152530}"/>
              </a:ext>
            </a:extLst>
          </p:cNvPr>
          <p:cNvSpPr>
            <a:spLocks noGrp="1"/>
          </p:cNvSpPr>
          <p:nvPr>
            <p:ph type="sldNum" sz="quarter" idx="12"/>
          </p:nvPr>
        </p:nvSpPr>
        <p:spPr>
          <a:xfrm>
            <a:off x="8737600" y="6356352"/>
            <a:ext cx="2844800" cy="365125"/>
          </a:xfrm>
        </p:spPr>
        <p:txBody>
          <a:bodyPr/>
          <a:lstStyle/>
          <a:p>
            <a:fld id="{B6E69D5D-3C54-E347-B3D4-70BDFA7C6521}" type="slidenum">
              <a:rPr lang="fr-FR" smtClean="0"/>
              <a:t>‹#›</a:t>
            </a:fld>
            <a:endParaRPr lang="fr-FR" dirty="0"/>
          </a:p>
        </p:txBody>
      </p:sp>
    </p:spTree>
    <p:extLst>
      <p:ext uri="{BB962C8B-B14F-4D97-AF65-F5344CB8AC3E}">
        <p14:creationId xmlns:p14="http://schemas.microsoft.com/office/powerpoint/2010/main" val="177095621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Page Texte">
    <p:spTree>
      <p:nvGrpSpPr>
        <p:cNvPr id="1" name=""/>
        <p:cNvGrpSpPr/>
        <p:nvPr/>
      </p:nvGrpSpPr>
      <p:grpSpPr>
        <a:xfrm>
          <a:off x="0" y="0"/>
          <a:ext cx="0" cy="0"/>
          <a:chOff x="0" y="0"/>
          <a:chExt cx="0" cy="0"/>
        </a:xfrm>
      </p:grpSpPr>
      <p:sp>
        <p:nvSpPr>
          <p:cNvPr id="4" name="Espace réservé du texte 3"/>
          <p:cNvSpPr>
            <a:spLocks noGrp="1"/>
          </p:cNvSpPr>
          <p:nvPr>
            <p:ph type="body" sz="quarter" idx="10"/>
          </p:nvPr>
        </p:nvSpPr>
        <p:spPr>
          <a:xfrm>
            <a:off x="635003" y="317500"/>
            <a:ext cx="2019300" cy="381000"/>
          </a:xfrm>
          <a:prstGeom prst="rect">
            <a:avLst/>
          </a:prstGeom>
        </p:spPr>
        <p:txBody>
          <a:bodyPr anchor="ctr"/>
          <a:lstStyle>
            <a:lvl1pPr marL="0" indent="0">
              <a:buNone/>
              <a:defRPr sz="1351">
                <a:solidFill>
                  <a:srgbClr val="702082"/>
                </a:solidFill>
                <a:latin typeface="Arial" panose="020B0604020202020204" pitchFamily="34" charset="0"/>
                <a:ea typeface="Arial" panose="020B0604020202020204" pitchFamily="34" charset="0"/>
                <a:cs typeface="Arial" panose="020B0604020202020204" pitchFamily="34" charset="0"/>
              </a:defRPr>
            </a:lvl1pPr>
          </a:lstStyle>
          <a:p>
            <a:pPr lvl="0"/>
            <a:endParaRPr lang="fr-FR" dirty="0"/>
          </a:p>
        </p:txBody>
      </p:sp>
      <p:sp>
        <p:nvSpPr>
          <p:cNvPr id="12" name="Espace réservé du texte 3"/>
          <p:cNvSpPr>
            <a:spLocks noGrp="1"/>
          </p:cNvSpPr>
          <p:nvPr>
            <p:ph type="body" sz="quarter" idx="11"/>
          </p:nvPr>
        </p:nvSpPr>
        <p:spPr>
          <a:xfrm>
            <a:off x="2946403" y="317500"/>
            <a:ext cx="2019300" cy="381000"/>
          </a:xfrm>
          <a:prstGeom prst="rect">
            <a:avLst/>
          </a:prstGeom>
        </p:spPr>
        <p:txBody>
          <a:bodyPr anchor="ctr"/>
          <a:lstStyle>
            <a:lvl1pPr marL="0" indent="0">
              <a:buNone/>
              <a:defRPr sz="1351">
                <a:solidFill>
                  <a:schemeClr val="tx1"/>
                </a:solidFill>
                <a:latin typeface="Nexa Light" charset="0"/>
                <a:ea typeface="Nexa Light" charset="0"/>
                <a:cs typeface="Nexa Light" charset="0"/>
              </a:defRPr>
            </a:lvl1pPr>
          </a:lstStyle>
          <a:p>
            <a:pPr lvl="0"/>
            <a:endParaRPr lang="fr-FR" dirty="0"/>
          </a:p>
        </p:txBody>
      </p:sp>
      <p:sp>
        <p:nvSpPr>
          <p:cNvPr id="5" name="Espace réservé du texte 4"/>
          <p:cNvSpPr>
            <a:spLocks noGrp="1"/>
          </p:cNvSpPr>
          <p:nvPr>
            <p:ph type="body" sz="quarter" idx="13" hasCustomPrompt="1"/>
          </p:nvPr>
        </p:nvSpPr>
        <p:spPr>
          <a:xfrm>
            <a:off x="1028703" y="1549401"/>
            <a:ext cx="8013700" cy="3517900"/>
          </a:xfrm>
          <a:prstGeom prst="rect">
            <a:avLst/>
          </a:prstGeom>
        </p:spPr>
        <p:txBody>
          <a:bodyPr/>
          <a:lstStyle>
            <a:lvl1pPr marL="0" indent="0">
              <a:lnSpc>
                <a:spcPct val="150000"/>
              </a:lnSpc>
              <a:buNone/>
              <a:defRPr sz="1351">
                <a:solidFill>
                  <a:srgbClr val="702082"/>
                </a:solidFill>
                <a:latin typeface="Nexa Bold" charset="0"/>
                <a:ea typeface="Nexa Bold" charset="0"/>
                <a:cs typeface="Nexa Bold" charset="0"/>
              </a:defRPr>
            </a:lvl1pPr>
            <a:lvl2pPr marL="342866" indent="0">
              <a:lnSpc>
                <a:spcPct val="80000"/>
              </a:lnSpc>
              <a:buFontTx/>
              <a:buNone/>
              <a:defRPr sz="1125">
                <a:solidFill>
                  <a:schemeClr val="tx1"/>
                </a:solidFill>
                <a:latin typeface="Nexa Light" charset="0"/>
                <a:ea typeface="Nexa Light" charset="0"/>
                <a:cs typeface="Nexa Light" charset="0"/>
              </a:defRPr>
            </a:lvl2pPr>
          </a:lstStyle>
          <a:p>
            <a:pPr lvl="0"/>
            <a:r>
              <a:rPr lang="fr-FR" dirty="0"/>
              <a:t>Titre</a:t>
            </a:r>
          </a:p>
          <a:p>
            <a:pPr lvl="1"/>
            <a:r>
              <a:rPr lang="fr-FR" dirty="0"/>
              <a:t>Texte</a:t>
            </a:r>
          </a:p>
          <a:p>
            <a:pPr lvl="0"/>
            <a:r>
              <a:rPr lang="fr-FR" dirty="0"/>
              <a:t>Titre</a:t>
            </a:r>
          </a:p>
          <a:p>
            <a:pPr lvl="1"/>
            <a:r>
              <a:rPr lang="fr-FR" dirty="0"/>
              <a:t>Texte</a:t>
            </a:r>
          </a:p>
          <a:p>
            <a:pPr lvl="0"/>
            <a:r>
              <a:rPr lang="fr-FR" dirty="0"/>
              <a:t>Titre</a:t>
            </a:r>
          </a:p>
          <a:p>
            <a:pPr lvl="1"/>
            <a:r>
              <a:rPr lang="fr-FR" dirty="0"/>
              <a:t>Texte</a:t>
            </a:r>
          </a:p>
          <a:p>
            <a:pPr lvl="1"/>
            <a:endParaRPr lang="fr-FR" dirty="0"/>
          </a:p>
        </p:txBody>
      </p:sp>
      <p:sp>
        <p:nvSpPr>
          <p:cNvPr id="2" name="Espace réservé du numéro de diapositive 5">
            <a:extLst>
              <a:ext uri="{FF2B5EF4-FFF2-40B4-BE49-F238E27FC236}">
                <a16:creationId xmlns:a16="http://schemas.microsoft.com/office/drawing/2014/main" id="{5828189F-51F9-2525-1C90-E596216B8E2C}"/>
              </a:ext>
            </a:extLst>
          </p:cNvPr>
          <p:cNvSpPr>
            <a:spLocks noGrp="1"/>
          </p:cNvSpPr>
          <p:nvPr>
            <p:ph type="sldNum" sz="quarter" idx="12"/>
          </p:nvPr>
        </p:nvSpPr>
        <p:spPr>
          <a:xfrm>
            <a:off x="8737600" y="6356352"/>
            <a:ext cx="2844800" cy="365125"/>
          </a:xfrm>
        </p:spPr>
        <p:txBody>
          <a:bodyPr/>
          <a:lstStyle/>
          <a:p>
            <a:fld id="{B6E69D5D-3C54-E347-B3D4-70BDFA7C6521}" type="slidenum">
              <a:rPr lang="fr-FR" smtClean="0"/>
              <a:t>‹#›</a:t>
            </a:fld>
            <a:endParaRPr lang="fr-FR"/>
          </a:p>
        </p:txBody>
      </p:sp>
    </p:spTree>
    <p:extLst>
      <p:ext uri="{BB962C8B-B14F-4D97-AF65-F5344CB8AC3E}">
        <p14:creationId xmlns:p14="http://schemas.microsoft.com/office/powerpoint/2010/main" val="39074765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Page_Txt+img 1">
    <p:spTree>
      <p:nvGrpSpPr>
        <p:cNvPr id="1" name=""/>
        <p:cNvGrpSpPr/>
        <p:nvPr/>
      </p:nvGrpSpPr>
      <p:grpSpPr>
        <a:xfrm>
          <a:off x="0" y="0"/>
          <a:ext cx="0" cy="0"/>
          <a:chOff x="0" y="0"/>
          <a:chExt cx="0" cy="0"/>
        </a:xfrm>
      </p:grpSpPr>
      <p:sp>
        <p:nvSpPr>
          <p:cNvPr id="4" name="Espace réservé du texte 3"/>
          <p:cNvSpPr>
            <a:spLocks noGrp="1"/>
          </p:cNvSpPr>
          <p:nvPr>
            <p:ph type="body" sz="quarter" idx="10"/>
          </p:nvPr>
        </p:nvSpPr>
        <p:spPr>
          <a:xfrm>
            <a:off x="635003" y="317500"/>
            <a:ext cx="2019300" cy="381000"/>
          </a:xfrm>
          <a:prstGeom prst="rect">
            <a:avLst/>
          </a:prstGeom>
        </p:spPr>
        <p:txBody>
          <a:bodyPr anchor="ctr"/>
          <a:lstStyle>
            <a:lvl1pPr marL="0" indent="0">
              <a:buNone/>
              <a:defRPr sz="1351">
                <a:solidFill>
                  <a:srgbClr val="702082"/>
                </a:solidFill>
                <a:latin typeface="Nexa Bold" charset="0"/>
                <a:ea typeface="Nexa Bold" charset="0"/>
                <a:cs typeface="Nexa Bold" charset="0"/>
              </a:defRPr>
            </a:lvl1pPr>
          </a:lstStyle>
          <a:p>
            <a:pPr lvl="0"/>
            <a:endParaRPr lang="fr-FR"/>
          </a:p>
        </p:txBody>
      </p:sp>
      <p:sp>
        <p:nvSpPr>
          <p:cNvPr id="12" name="Espace réservé du texte 3"/>
          <p:cNvSpPr>
            <a:spLocks noGrp="1"/>
          </p:cNvSpPr>
          <p:nvPr>
            <p:ph type="body" sz="quarter" idx="11"/>
          </p:nvPr>
        </p:nvSpPr>
        <p:spPr>
          <a:xfrm>
            <a:off x="2946403" y="317500"/>
            <a:ext cx="2019300" cy="381000"/>
          </a:xfrm>
          <a:prstGeom prst="rect">
            <a:avLst/>
          </a:prstGeom>
        </p:spPr>
        <p:txBody>
          <a:bodyPr anchor="ctr"/>
          <a:lstStyle>
            <a:lvl1pPr marL="0" indent="0">
              <a:buNone/>
              <a:defRPr sz="1351">
                <a:solidFill>
                  <a:schemeClr val="tx1"/>
                </a:solidFill>
                <a:latin typeface="Nexa Light" charset="0"/>
                <a:ea typeface="Nexa Light" charset="0"/>
                <a:cs typeface="Nexa Light" charset="0"/>
              </a:defRPr>
            </a:lvl1pPr>
          </a:lstStyle>
          <a:p>
            <a:pPr lvl="0"/>
            <a:endParaRPr lang="fr-FR" dirty="0"/>
          </a:p>
        </p:txBody>
      </p:sp>
      <p:sp>
        <p:nvSpPr>
          <p:cNvPr id="5" name="Espace réservé du texte 4"/>
          <p:cNvSpPr>
            <a:spLocks noGrp="1"/>
          </p:cNvSpPr>
          <p:nvPr>
            <p:ph type="body" sz="quarter" idx="13" hasCustomPrompt="1"/>
          </p:nvPr>
        </p:nvSpPr>
        <p:spPr>
          <a:xfrm>
            <a:off x="1028700" y="1549401"/>
            <a:ext cx="5003800" cy="3517900"/>
          </a:xfrm>
          <a:prstGeom prst="rect">
            <a:avLst/>
          </a:prstGeom>
        </p:spPr>
        <p:txBody>
          <a:bodyPr/>
          <a:lstStyle>
            <a:lvl1pPr marL="0" indent="0">
              <a:lnSpc>
                <a:spcPct val="150000"/>
              </a:lnSpc>
              <a:buNone/>
              <a:defRPr sz="1351">
                <a:solidFill>
                  <a:srgbClr val="702082"/>
                </a:solidFill>
                <a:latin typeface="Nexa Bold" charset="0"/>
                <a:ea typeface="Nexa Bold" charset="0"/>
                <a:cs typeface="Nexa Bold" charset="0"/>
              </a:defRPr>
            </a:lvl1pPr>
            <a:lvl2pPr marL="342866" indent="0">
              <a:lnSpc>
                <a:spcPct val="80000"/>
              </a:lnSpc>
              <a:buFontTx/>
              <a:buNone/>
              <a:defRPr sz="1125">
                <a:solidFill>
                  <a:schemeClr val="tx1"/>
                </a:solidFill>
                <a:latin typeface="Nexa Light" charset="0"/>
                <a:ea typeface="Nexa Light" charset="0"/>
                <a:cs typeface="Nexa Light" charset="0"/>
              </a:defRPr>
            </a:lvl2pPr>
          </a:lstStyle>
          <a:p>
            <a:pPr lvl="0"/>
            <a:r>
              <a:rPr lang="fr-FR" dirty="0"/>
              <a:t>Titre</a:t>
            </a:r>
          </a:p>
          <a:p>
            <a:pPr lvl="1"/>
            <a:r>
              <a:rPr lang="fr-FR" dirty="0"/>
              <a:t>Texte</a:t>
            </a:r>
          </a:p>
          <a:p>
            <a:pPr lvl="1"/>
            <a:endParaRPr lang="fr-FR" dirty="0"/>
          </a:p>
        </p:txBody>
      </p:sp>
      <p:sp>
        <p:nvSpPr>
          <p:cNvPr id="3" name="Espace réservé pour une image  2"/>
          <p:cNvSpPr>
            <a:spLocks noGrp="1"/>
          </p:cNvSpPr>
          <p:nvPr>
            <p:ph type="pic" sz="quarter" idx="14"/>
          </p:nvPr>
        </p:nvSpPr>
        <p:spPr>
          <a:xfrm>
            <a:off x="6388100" y="1549401"/>
            <a:ext cx="4800600" cy="3517900"/>
          </a:xfrm>
          <a:prstGeom prst="rect">
            <a:avLst/>
          </a:prstGeom>
        </p:spPr>
        <p:txBody>
          <a:bodyPr/>
          <a:lstStyle/>
          <a:p>
            <a:endParaRPr lang="fr-FR"/>
          </a:p>
        </p:txBody>
      </p:sp>
      <p:sp>
        <p:nvSpPr>
          <p:cNvPr id="11" name="Espace réservé du texte 10"/>
          <p:cNvSpPr>
            <a:spLocks noGrp="1"/>
          </p:cNvSpPr>
          <p:nvPr>
            <p:ph type="body" sz="quarter" idx="15"/>
          </p:nvPr>
        </p:nvSpPr>
        <p:spPr>
          <a:xfrm>
            <a:off x="6388100" y="5324486"/>
            <a:ext cx="4800600" cy="282949"/>
          </a:xfrm>
          <a:prstGeom prst="rect">
            <a:avLst/>
          </a:prstGeom>
        </p:spPr>
        <p:txBody>
          <a:bodyPr/>
          <a:lstStyle>
            <a:lvl1pPr marL="0" indent="0">
              <a:buFontTx/>
              <a:buNone/>
              <a:defRPr sz="900">
                <a:solidFill>
                  <a:srgbClr val="702082"/>
                </a:solidFill>
                <a:latin typeface="Nexa Bold" charset="0"/>
                <a:ea typeface="Nexa Bold" charset="0"/>
                <a:cs typeface="Nexa Bold" charset="0"/>
              </a:defRPr>
            </a:lvl1pPr>
          </a:lstStyle>
          <a:p>
            <a:pPr lvl="0"/>
            <a:endParaRPr lang="fr-FR" dirty="0"/>
          </a:p>
        </p:txBody>
      </p:sp>
      <p:sp>
        <p:nvSpPr>
          <p:cNvPr id="14" name="Espace réservé du texte 10"/>
          <p:cNvSpPr>
            <a:spLocks noGrp="1"/>
          </p:cNvSpPr>
          <p:nvPr>
            <p:ph type="body" sz="quarter" idx="16"/>
          </p:nvPr>
        </p:nvSpPr>
        <p:spPr>
          <a:xfrm>
            <a:off x="6388100" y="5609116"/>
            <a:ext cx="4800600" cy="390525"/>
          </a:xfrm>
          <a:prstGeom prst="rect">
            <a:avLst/>
          </a:prstGeom>
        </p:spPr>
        <p:txBody>
          <a:bodyPr/>
          <a:lstStyle>
            <a:lvl1pPr marL="0" indent="0">
              <a:buFontTx/>
              <a:buNone/>
              <a:defRPr sz="900">
                <a:solidFill>
                  <a:schemeClr val="tx1"/>
                </a:solidFill>
                <a:latin typeface="Nexa Light" charset="0"/>
                <a:ea typeface="Nexa Light" charset="0"/>
                <a:cs typeface="Nexa Light" charset="0"/>
              </a:defRPr>
            </a:lvl1pPr>
          </a:lstStyle>
          <a:p>
            <a:pPr lvl="0"/>
            <a:endParaRPr lang="fr-FR" dirty="0"/>
          </a:p>
        </p:txBody>
      </p:sp>
      <p:sp>
        <p:nvSpPr>
          <p:cNvPr id="2" name="Espace réservé du numéro de diapositive 5">
            <a:extLst>
              <a:ext uri="{FF2B5EF4-FFF2-40B4-BE49-F238E27FC236}">
                <a16:creationId xmlns:a16="http://schemas.microsoft.com/office/drawing/2014/main" id="{83AC44F2-A48B-E25A-697E-0508777B736C}"/>
              </a:ext>
            </a:extLst>
          </p:cNvPr>
          <p:cNvSpPr>
            <a:spLocks noGrp="1"/>
          </p:cNvSpPr>
          <p:nvPr>
            <p:ph type="sldNum" sz="quarter" idx="12"/>
          </p:nvPr>
        </p:nvSpPr>
        <p:spPr>
          <a:xfrm>
            <a:off x="8737600" y="6356352"/>
            <a:ext cx="2844800" cy="365125"/>
          </a:xfrm>
        </p:spPr>
        <p:txBody>
          <a:bodyPr/>
          <a:lstStyle/>
          <a:p>
            <a:fld id="{B6E69D5D-3C54-E347-B3D4-70BDFA7C6521}" type="slidenum">
              <a:rPr lang="fr-FR" smtClean="0"/>
              <a:t>‹#›</a:t>
            </a:fld>
            <a:endParaRPr lang="fr-FR"/>
          </a:p>
        </p:txBody>
      </p:sp>
    </p:spTree>
    <p:extLst>
      <p:ext uri="{BB962C8B-B14F-4D97-AF65-F5344CB8AC3E}">
        <p14:creationId xmlns:p14="http://schemas.microsoft.com/office/powerpoint/2010/main" val="236133620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_Page_Txt+img 1">
    <p:spTree>
      <p:nvGrpSpPr>
        <p:cNvPr id="1" name=""/>
        <p:cNvGrpSpPr/>
        <p:nvPr/>
      </p:nvGrpSpPr>
      <p:grpSpPr>
        <a:xfrm>
          <a:off x="0" y="0"/>
          <a:ext cx="0" cy="0"/>
          <a:chOff x="0" y="0"/>
          <a:chExt cx="0" cy="0"/>
        </a:xfrm>
      </p:grpSpPr>
      <p:sp>
        <p:nvSpPr>
          <p:cNvPr id="4" name="Espace réservé du texte 3"/>
          <p:cNvSpPr>
            <a:spLocks noGrp="1"/>
          </p:cNvSpPr>
          <p:nvPr>
            <p:ph type="body" sz="quarter" idx="10"/>
          </p:nvPr>
        </p:nvSpPr>
        <p:spPr>
          <a:xfrm>
            <a:off x="635003" y="317500"/>
            <a:ext cx="2019300" cy="381000"/>
          </a:xfrm>
          <a:prstGeom prst="rect">
            <a:avLst/>
          </a:prstGeom>
        </p:spPr>
        <p:txBody>
          <a:bodyPr anchor="ctr"/>
          <a:lstStyle>
            <a:lvl1pPr marL="0" indent="0">
              <a:buNone/>
              <a:defRPr sz="1351">
                <a:solidFill>
                  <a:srgbClr val="702082"/>
                </a:solidFill>
                <a:latin typeface="Nexa Bold" charset="0"/>
                <a:ea typeface="Nexa Bold" charset="0"/>
                <a:cs typeface="Nexa Bold" charset="0"/>
              </a:defRPr>
            </a:lvl1pPr>
          </a:lstStyle>
          <a:p>
            <a:pPr lvl="0"/>
            <a:endParaRPr lang="fr-FR"/>
          </a:p>
        </p:txBody>
      </p:sp>
      <p:sp>
        <p:nvSpPr>
          <p:cNvPr id="12" name="Espace réservé du texte 3"/>
          <p:cNvSpPr>
            <a:spLocks noGrp="1"/>
          </p:cNvSpPr>
          <p:nvPr>
            <p:ph type="body" sz="quarter" idx="11"/>
          </p:nvPr>
        </p:nvSpPr>
        <p:spPr>
          <a:xfrm>
            <a:off x="2946403" y="317500"/>
            <a:ext cx="2019300" cy="381000"/>
          </a:xfrm>
          <a:prstGeom prst="rect">
            <a:avLst/>
          </a:prstGeom>
        </p:spPr>
        <p:txBody>
          <a:bodyPr anchor="ctr"/>
          <a:lstStyle>
            <a:lvl1pPr marL="0" indent="0">
              <a:buNone/>
              <a:defRPr sz="1351">
                <a:solidFill>
                  <a:schemeClr val="tx1"/>
                </a:solidFill>
                <a:latin typeface="Nexa Light" charset="0"/>
                <a:ea typeface="Nexa Light" charset="0"/>
                <a:cs typeface="Nexa Light" charset="0"/>
              </a:defRPr>
            </a:lvl1pPr>
          </a:lstStyle>
          <a:p>
            <a:pPr lvl="0"/>
            <a:endParaRPr lang="fr-FR" dirty="0"/>
          </a:p>
        </p:txBody>
      </p:sp>
      <p:sp>
        <p:nvSpPr>
          <p:cNvPr id="5" name="Espace réservé du texte 4"/>
          <p:cNvSpPr>
            <a:spLocks noGrp="1"/>
          </p:cNvSpPr>
          <p:nvPr>
            <p:ph type="body" sz="quarter" idx="13" hasCustomPrompt="1"/>
          </p:nvPr>
        </p:nvSpPr>
        <p:spPr>
          <a:xfrm>
            <a:off x="1028700" y="1549401"/>
            <a:ext cx="5003800" cy="3517900"/>
          </a:xfrm>
          <a:prstGeom prst="rect">
            <a:avLst/>
          </a:prstGeom>
        </p:spPr>
        <p:txBody>
          <a:bodyPr/>
          <a:lstStyle>
            <a:lvl1pPr marL="0" indent="0">
              <a:lnSpc>
                <a:spcPct val="150000"/>
              </a:lnSpc>
              <a:buNone/>
              <a:defRPr sz="1351">
                <a:solidFill>
                  <a:srgbClr val="702082"/>
                </a:solidFill>
                <a:latin typeface="Nexa Bold" charset="0"/>
                <a:ea typeface="Nexa Bold" charset="0"/>
                <a:cs typeface="Nexa Bold" charset="0"/>
              </a:defRPr>
            </a:lvl1pPr>
            <a:lvl2pPr marL="342866" indent="0">
              <a:lnSpc>
                <a:spcPct val="80000"/>
              </a:lnSpc>
              <a:buFontTx/>
              <a:buNone/>
              <a:defRPr sz="1125">
                <a:solidFill>
                  <a:schemeClr val="tx1"/>
                </a:solidFill>
                <a:latin typeface="Nexa Light" charset="0"/>
                <a:ea typeface="Nexa Light" charset="0"/>
                <a:cs typeface="Nexa Light" charset="0"/>
              </a:defRPr>
            </a:lvl2pPr>
          </a:lstStyle>
          <a:p>
            <a:pPr lvl="0"/>
            <a:r>
              <a:rPr lang="fr-FR" dirty="0"/>
              <a:t>Titre</a:t>
            </a:r>
          </a:p>
          <a:p>
            <a:pPr lvl="1"/>
            <a:r>
              <a:rPr lang="fr-FR" dirty="0"/>
              <a:t>Texte</a:t>
            </a:r>
          </a:p>
          <a:p>
            <a:pPr lvl="1"/>
            <a:endParaRPr lang="fr-FR" dirty="0"/>
          </a:p>
        </p:txBody>
      </p:sp>
      <p:sp>
        <p:nvSpPr>
          <p:cNvPr id="3" name="Espace réservé pour une image  2"/>
          <p:cNvSpPr>
            <a:spLocks noGrp="1"/>
          </p:cNvSpPr>
          <p:nvPr>
            <p:ph type="pic" sz="quarter" idx="14"/>
          </p:nvPr>
        </p:nvSpPr>
        <p:spPr>
          <a:xfrm>
            <a:off x="6388100" y="1549401"/>
            <a:ext cx="4800600" cy="3517900"/>
          </a:xfrm>
          <a:prstGeom prst="rect">
            <a:avLst/>
          </a:prstGeom>
        </p:spPr>
        <p:txBody>
          <a:bodyPr/>
          <a:lstStyle/>
          <a:p>
            <a:endParaRPr lang="fr-FR"/>
          </a:p>
        </p:txBody>
      </p:sp>
      <p:sp>
        <p:nvSpPr>
          <p:cNvPr id="11" name="Espace réservé du texte 10"/>
          <p:cNvSpPr>
            <a:spLocks noGrp="1"/>
          </p:cNvSpPr>
          <p:nvPr>
            <p:ph type="body" sz="quarter" idx="15"/>
          </p:nvPr>
        </p:nvSpPr>
        <p:spPr>
          <a:xfrm>
            <a:off x="6388100" y="5324486"/>
            <a:ext cx="4800600" cy="282949"/>
          </a:xfrm>
          <a:prstGeom prst="rect">
            <a:avLst/>
          </a:prstGeom>
        </p:spPr>
        <p:txBody>
          <a:bodyPr/>
          <a:lstStyle>
            <a:lvl1pPr marL="0" indent="0">
              <a:buFontTx/>
              <a:buNone/>
              <a:defRPr sz="900">
                <a:solidFill>
                  <a:srgbClr val="702082"/>
                </a:solidFill>
                <a:latin typeface="Nexa Bold" charset="0"/>
                <a:ea typeface="Nexa Bold" charset="0"/>
                <a:cs typeface="Nexa Bold" charset="0"/>
              </a:defRPr>
            </a:lvl1pPr>
          </a:lstStyle>
          <a:p>
            <a:pPr lvl="0"/>
            <a:endParaRPr lang="fr-FR" dirty="0"/>
          </a:p>
        </p:txBody>
      </p:sp>
      <p:sp>
        <p:nvSpPr>
          <p:cNvPr id="14" name="Espace réservé du texte 10"/>
          <p:cNvSpPr>
            <a:spLocks noGrp="1"/>
          </p:cNvSpPr>
          <p:nvPr>
            <p:ph type="body" sz="quarter" idx="16"/>
          </p:nvPr>
        </p:nvSpPr>
        <p:spPr>
          <a:xfrm>
            <a:off x="6388100" y="5609116"/>
            <a:ext cx="4800600" cy="390525"/>
          </a:xfrm>
          <a:prstGeom prst="rect">
            <a:avLst/>
          </a:prstGeom>
        </p:spPr>
        <p:txBody>
          <a:bodyPr/>
          <a:lstStyle>
            <a:lvl1pPr marL="0" indent="0">
              <a:buFontTx/>
              <a:buNone/>
              <a:defRPr sz="900">
                <a:solidFill>
                  <a:schemeClr val="tx1"/>
                </a:solidFill>
                <a:latin typeface="Nexa Light" charset="0"/>
                <a:ea typeface="Nexa Light" charset="0"/>
                <a:cs typeface="Nexa Light" charset="0"/>
              </a:defRPr>
            </a:lvl1pPr>
          </a:lstStyle>
          <a:p>
            <a:pPr lvl="0"/>
            <a:endParaRPr lang="fr-FR" dirty="0"/>
          </a:p>
        </p:txBody>
      </p:sp>
      <p:sp>
        <p:nvSpPr>
          <p:cNvPr id="2" name="Espace réservé du numéro de diapositive 5">
            <a:extLst>
              <a:ext uri="{FF2B5EF4-FFF2-40B4-BE49-F238E27FC236}">
                <a16:creationId xmlns:a16="http://schemas.microsoft.com/office/drawing/2014/main" id="{743B2DD8-48A0-B26A-8ED2-2CCBB139F403}"/>
              </a:ext>
            </a:extLst>
          </p:cNvPr>
          <p:cNvSpPr>
            <a:spLocks noGrp="1"/>
          </p:cNvSpPr>
          <p:nvPr>
            <p:ph type="sldNum" sz="quarter" idx="12"/>
          </p:nvPr>
        </p:nvSpPr>
        <p:spPr>
          <a:xfrm>
            <a:off x="8737600" y="6356352"/>
            <a:ext cx="2844800" cy="365125"/>
          </a:xfrm>
        </p:spPr>
        <p:txBody>
          <a:bodyPr/>
          <a:lstStyle/>
          <a:p>
            <a:fld id="{B6E69D5D-3C54-E347-B3D4-70BDFA7C6521}" type="slidenum">
              <a:rPr lang="fr-FR" smtClean="0"/>
              <a:t>‹#›</a:t>
            </a:fld>
            <a:endParaRPr lang="fr-FR"/>
          </a:p>
        </p:txBody>
      </p:sp>
    </p:spTree>
    <p:extLst>
      <p:ext uri="{BB962C8B-B14F-4D97-AF65-F5344CB8AC3E}">
        <p14:creationId xmlns:p14="http://schemas.microsoft.com/office/powerpoint/2010/main" val="137044422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3_Page_Txt+img 1">
    <p:spTree>
      <p:nvGrpSpPr>
        <p:cNvPr id="1" name=""/>
        <p:cNvGrpSpPr/>
        <p:nvPr/>
      </p:nvGrpSpPr>
      <p:grpSpPr>
        <a:xfrm>
          <a:off x="0" y="0"/>
          <a:ext cx="0" cy="0"/>
          <a:chOff x="0" y="0"/>
          <a:chExt cx="0" cy="0"/>
        </a:xfrm>
      </p:grpSpPr>
      <p:sp>
        <p:nvSpPr>
          <p:cNvPr id="4" name="Espace réservé du texte 3"/>
          <p:cNvSpPr>
            <a:spLocks noGrp="1"/>
          </p:cNvSpPr>
          <p:nvPr>
            <p:ph type="body" sz="quarter" idx="10"/>
          </p:nvPr>
        </p:nvSpPr>
        <p:spPr>
          <a:xfrm>
            <a:off x="635003" y="317500"/>
            <a:ext cx="2019300" cy="381000"/>
          </a:xfrm>
          <a:prstGeom prst="rect">
            <a:avLst/>
          </a:prstGeom>
        </p:spPr>
        <p:txBody>
          <a:bodyPr anchor="ctr"/>
          <a:lstStyle>
            <a:lvl1pPr marL="0" indent="0">
              <a:buNone/>
              <a:defRPr sz="1351">
                <a:solidFill>
                  <a:srgbClr val="702082"/>
                </a:solidFill>
                <a:latin typeface="Nexa Bold" charset="0"/>
                <a:ea typeface="Nexa Bold" charset="0"/>
                <a:cs typeface="Nexa Bold" charset="0"/>
              </a:defRPr>
            </a:lvl1pPr>
          </a:lstStyle>
          <a:p>
            <a:pPr lvl="0"/>
            <a:endParaRPr lang="fr-FR"/>
          </a:p>
        </p:txBody>
      </p:sp>
      <p:sp>
        <p:nvSpPr>
          <p:cNvPr id="12" name="Espace réservé du texte 3"/>
          <p:cNvSpPr>
            <a:spLocks noGrp="1"/>
          </p:cNvSpPr>
          <p:nvPr>
            <p:ph type="body" sz="quarter" idx="11"/>
          </p:nvPr>
        </p:nvSpPr>
        <p:spPr>
          <a:xfrm>
            <a:off x="2946403" y="317500"/>
            <a:ext cx="2019300" cy="381000"/>
          </a:xfrm>
          <a:prstGeom prst="rect">
            <a:avLst/>
          </a:prstGeom>
        </p:spPr>
        <p:txBody>
          <a:bodyPr anchor="ctr"/>
          <a:lstStyle>
            <a:lvl1pPr marL="0" indent="0">
              <a:buNone/>
              <a:defRPr sz="1351">
                <a:solidFill>
                  <a:schemeClr val="tx1"/>
                </a:solidFill>
                <a:latin typeface="Nexa Light" charset="0"/>
                <a:ea typeface="Nexa Light" charset="0"/>
                <a:cs typeface="Nexa Light" charset="0"/>
              </a:defRPr>
            </a:lvl1pPr>
          </a:lstStyle>
          <a:p>
            <a:pPr lvl="0"/>
            <a:endParaRPr lang="fr-FR" dirty="0"/>
          </a:p>
        </p:txBody>
      </p:sp>
      <p:sp>
        <p:nvSpPr>
          <p:cNvPr id="5" name="Espace réservé du texte 4"/>
          <p:cNvSpPr>
            <a:spLocks noGrp="1"/>
          </p:cNvSpPr>
          <p:nvPr>
            <p:ph type="body" sz="quarter" idx="13" hasCustomPrompt="1"/>
          </p:nvPr>
        </p:nvSpPr>
        <p:spPr>
          <a:xfrm>
            <a:off x="1028700" y="1549401"/>
            <a:ext cx="5003800" cy="3517900"/>
          </a:xfrm>
          <a:prstGeom prst="rect">
            <a:avLst/>
          </a:prstGeom>
        </p:spPr>
        <p:txBody>
          <a:bodyPr/>
          <a:lstStyle>
            <a:lvl1pPr marL="0" indent="0">
              <a:lnSpc>
                <a:spcPct val="150000"/>
              </a:lnSpc>
              <a:buNone/>
              <a:defRPr sz="1351">
                <a:solidFill>
                  <a:srgbClr val="702082"/>
                </a:solidFill>
                <a:latin typeface="Nexa Bold" charset="0"/>
                <a:ea typeface="Nexa Bold" charset="0"/>
                <a:cs typeface="Nexa Bold" charset="0"/>
              </a:defRPr>
            </a:lvl1pPr>
            <a:lvl2pPr marL="342866" indent="0">
              <a:lnSpc>
                <a:spcPct val="80000"/>
              </a:lnSpc>
              <a:buFontTx/>
              <a:buNone/>
              <a:defRPr sz="1125">
                <a:solidFill>
                  <a:schemeClr val="tx1"/>
                </a:solidFill>
                <a:latin typeface="Nexa Light" charset="0"/>
                <a:ea typeface="Nexa Light" charset="0"/>
                <a:cs typeface="Nexa Light" charset="0"/>
              </a:defRPr>
            </a:lvl2pPr>
          </a:lstStyle>
          <a:p>
            <a:pPr lvl="0"/>
            <a:r>
              <a:rPr lang="fr-FR" dirty="0"/>
              <a:t>Titre</a:t>
            </a:r>
          </a:p>
          <a:p>
            <a:pPr lvl="1"/>
            <a:r>
              <a:rPr lang="fr-FR" dirty="0"/>
              <a:t>Texte</a:t>
            </a:r>
          </a:p>
          <a:p>
            <a:pPr lvl="1"/>
            <a:endParaRPr lang="fr-FR" dirty="0"/>
          </a:p>
        </p:txBody>
      </p:sp>
      <p:sp>
        <p:nvSpPr>
          <p:cNvPr id="3" name="Espace réservé pour une image  2"/>
          <p:cNvSpPr>
            <a:spLocks noGrp="1"/>
          </p:cNvSpPr>
          <p:nvPr>
            <p:ph type="pic" sz="quarter" idx="14"/>
          </p:nvPr>
        </p:nvSpPr>
        <p:spPr>
          <a:xfrm>
            <a:off x="6388100" y="1549401"/>
            <a:ext cx="4800600" cy="3517900"/>
          </a:xfrm>
          <a:prstGeom prst="rect">
            <a:avLst/>
          </a:prstGeom>
        </p:spPr>
        <p:txBody>
          <a:bodyPr/>
          <a:lstStyle/>
          <a:p>
            <a:endParaRPr lang="fr-FR"/>
          </a:p>
        </p:txBody>
      </p:sp>
      <p:sp>
        <p:nvSpPr>
          <p:cNvPr id="11" name="Espace réservé du texte 10"/>
          <p:cNvSpPr>
            <a:spLocks noGrp="1"/>
          </p:cNvSpPr>
          <p:nvPr>
            <p:ph type="body" sz="quarter" idx="15"/>
          </p:nvPr>
        </p:nvSpPr>
        <p:spPr>
          <a:xfrm>
            <a:off x="6388100" y="5324486"/>
            <a:ext cx="4800600" cy="282949"/>
          </a:xfrm>
          <a:prstGeom prst="rect">
            <a:avLst/>
          </a:prstGeom>
        </p:spPr>
        <p:txBody>
          <a:bodyPr/>
          <a:lstStyle>
            <a:lvl1pPr marL="0" indent="0">
              <a:buFontTx/>
              <a:buNone/>
              <a:defRPr sz="900">
                <a:solidFill>
                  <a:srgbClr val="702082"/>
                </a:solidFill>
                <a:latin typeface="Nexa Bold" charset="0"/>
                <a:ea typeface="Nexa Bold" charset="0"/>
                <a:cs typeface="Nexa Bold" charset="0"/>
              </a:defRPr>
            </a:lvl1pPr>
          </a:lstStyle>
          <a:p>
            <a:pPr lvl="0"/>
            <a:endParaRPr lang="fr-FR" dirty="0"/>
          </a:p>
        </p:txBody>
      </p:sp>
      <p:sp>
        <p:nvSpPr>
          <p:cNvPr id="14" name="Espace réservé du texte 10"/>
          <p:cNvSpPr>
            <a:spLocks noGrp="1"/>
          </p:cNvSpPr>
          <p:nvPr>
            <p:ph type="body" sz="quarter" idx="16"/>
          </p:nvPr>
        </p:nvSpPr>
        <p:spPr>
          <a:xfrm>
            <a:off x="6388100" y="5609116"/>
            <a:ext cx="4800600" cy="390525"/>
          </a:xfrm>
          <a:prstGeom prst="rect">
            <a:avLst/>
          </a:prstGeom>
        </p:spPr>
        <p:txBody>
          <a:bodyPr/>
          <a:lstStyle>
            <a:lvl1pPr marL="0" indent="0">
              <a:buFontTx/>
              <a:buNone/>
              <a:defRPr sz="900">
                <a:solidFill>
                  <a:schemeClr val="tx1"/>
                </a:solidFill>
                <a:latin typeface="Nexa Light" charset="0"/>
                <a:ea typeface="Nexa Light" charset="0"/>
                <a:cs typeface="Nexa Light" charset="0"/>
              </a:defRPr>
            </a:lvl1pPr>
          </a:lstStyle>
          <a:p>
            <a:pPr lvl="0"/>
            <a:endParaRPr lang="fr-FR" dirty="0"/>
          </a:p>
        </p:txBody>
      </p:sp>
      <p:sp>
        <p:nvSpPr>
          <p:cNvPr id="2" name="Espace réservé du numéro de diapositive 5">
            <a:extLst>
              <a:ext uri="{FF2B5EF4-FFF2-40B4-BE49-F238E27FC236}">
                <a16:creationId xmlns:a16="http://schemas.microsoft.com/office/drawing/2014/main" id="{C542DEE0-0B62-5A17-AFED-FE86A5E45A50}"/>
              </a:ext>
            </a:extLst>
          </p:cNvPr>
          <p:cNvSpPr>
            <a:spLocks noGrp="1"/>
          </p:cNvSpPr>
          <p:nvPr>
            <p:ph type="sldNum" sz="quarter" idx="12"/>
          </p:nvPr>
        </p:nvSpPr>
        <p:spPr>
          <a:xfrm>
            <a:off x="8737600" y="6356352"/>
            <a:ext cx="2844800" cy="365125"/>
          </a:xfrm>
        </p:spPr>
        <p:txBody>
          <a:bodyPr/>
          <a:lstStyle/>
          <a:p>
            <a:fld id="{B6E69D5D-3C54-E347-B3D4-70BDFA7C6521}" type="slidenum">
              <a:rPr lang="fr-FR" smtClean="0"/>
              <a:t>‹#›</a:t>
            </a:fld>
            <a:endParaRPr lang="fr-FR"/>
          </a:p>
        </p:txBody>
      </p:sp>
    </p:spTree>
    <p:extLst>
      <p:ext uri="{BB962C8B-B14F-4D97-AF65-F5344CB8AC3E}">
        <p14:creationId xmlns:p14="http://schemas.microsoft.com/office/powerpoint/2010/main" val="10176469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4_Page_Txt+img 1">
    <p:spTree>
      <p:nvGrpSpPr>
        <p:cNvPr id="1" name=""/>
        <p:cNvGrpSpPr/>
        <p:nvPr/>
      </p:nvGrpSpPr>
      <p:grpSpPr>
        <a:xfrm>
          <a:off x="0" y="0"/>
          <a:ext cx="0" cy="0"/>
          <a:chOff x="0" y="0"/>
          <a:chExt cx="0" cy="0"/>
        </a:xfrm>
      </p:grpSpPr>
      <p:sp>
        <p:nvSpPr>
          <p:cNvPr id="4" name="Espace réservé du texte 3"/>
          <p:cNvSpPr>
            <a:spLocks noGrp="1"/>
          </p:cNvSpPr>
          <p:nvPr>
            <p:ph type="body" sz="quarter" idx="10"/>
          </p:nvPr>
        </p:nvSpPr>
        <p:spPr>
          <a:xfrm>
            <a:off x="635003" y="317500"/>
            <a:ext cx="2019300" cy="381000"/>
          </a:xfrm>
          <a:prstGeom prst="rect">
            <a:avLst/>
          </a:prstGeom>
        </p:spPr>
        <p:txBody>
          <a:bodyPr anchor="ctr"/>
          <a:lstStyle>
            <a:lvl1pPr marL="0" indent="0">
              <a:buNone/>
              <a:defRPr sz="1351">
                <a:solidFill>
                  <a:srgbClr val="702082"/>
                </a:solidFill>
                <a:latin typeface="Nexa Bold" charset="0"/>
                <a:ea typeface="Nexa Bold" charset="0"/>
                <a:cs typeface="Nexa Bold" charset="0"/>
              </a:defRPr>
            </a:lvl1pPr>
          </a:lstStyle>
          <a:p>
            <a:pPr lvl="0"/>
            <a:endParaRPr lang="fr-FR"/>
          </a:p>
        </p:txBody>
      </p:sp>
      <p:sp>
        <p:nvSpPr>
          <p:cNvPr id="12" name="Espace réservé du texte 3"/>
          <p:cNvSpPr>
            <a:spLocks noGrp="1"/>
          </p:cNvSpPr>
          <p:nvPr>
            <p:ph type="body" sz="quarter" idx="11"/>
          </p:nvPr>
        </p:nvSpPr>
        <p:spPr>
          <a:xfrm>
            <a:off x="2946403" y="317500"/>
            <a:ext cx="2019300" cy="381000"/>
          </a:xfrm>
          <a:prstGeom prst="rect">
            <a:avLst/>
          </a:prstGeom>
        </p:spPr>
        <p:txBody>
          <a:bodyPr anchor="ctr"/>
          <a:lstStyle>
            <a:lvl1pPr marL="0" indent="0">
              <a:buNone/>
              <a:defRPr sz="1351">
                <a:solidFill>
                  <a:schemeClr val="tx1"/>
                </a:solidFill>
                <a:latin typeface="Nexa Light" charset="0"/>
                <a:ea typeface="Nexa Light" charset="0"/>
                <a:cs typeface="Nexa Light" charset="0"/>
              </a:defRPr>
            </a:lvl1pPr>
          </a:lstStyle>
          <a:p>
            <a:pPr lvl="0"/>
            <a:endParaRPr lang="fr-FR" dirty="0"/>
          </a:p>
        </p:txBody>
      </p:sp>
      <p:sp>
        <p:nvSpPr>
          <p:cNvPr id="5" name="Espace réservé du texte 4"/>
          <p:cNvSpPr>
            <a:spLocks noGrp="1"/>
          </p:cNvSpPr>
          <p:nvPr>
            <p:ph type="body" sz="quarter" idx="13" hasCustomPrompt="1"/>
          </p:nvPr>
        </p:nvSpPr>
        <p:spPr>
          <a:xfrm>
            <a:off x="1028700" y="1549401"/>
            <a:ext cx="5003800" cy="3517900"/>
          </a:xfrm>
          <a:prstGeom prst="rect">
            <a:avLst/>
          </a:prstGeom>
        </p:spPr>
        <p:txBody>
          <a:bodyPr/>
          <a:lstStyle>
            <a:lvl1pPr marL="0" indent="0">
              <a:lnSpc>
                <a:spcPct val="150000"/>
              </a:lnSpc>
              <a:buNone/>
              <a:defRPr sz="1351">
                <a:solidFill>
                  <a:srgbClr val="702082"/>
                </a:solidFill>
                <a:latin typeface="Nexa Bold" charset="0"/>
                <a:ea typeface="Nexa Bold" charset="0"/>
                <a:cs typeface="Nexa Bold" charset="0"/>
              </a:defRPr>
            </a:lvl1pPr>
            <a:lvl2pPr marL="342866" indent="0">
              <a:lnSpc>
                <a:spcPct val="80000"/>
              </a:lnSpc>
              <a:buFontTx/>
              <a:buNone/>
              <a:defRPr sz="1125">
                <a:solidFill>
                  <a:schemeClr val="tx1"/>
                </a:solidFill>
                <a:latin typeface="Nexa Light" charset="0"/>
                <a:ea typeface="Nexa Light" charset="0"/>
                <a:cs typeface="Nexa Light" charset="0"/>
              </a:defRPr>
            </a:lvl2pPr>
          </a:lstStyle>
          <a:p>
            <a:pPr lvl="0"/>
            <a:r>
              <a:rPr lang="fr-FR" dirty="0"/>
              <a:t>Titre</a:t>
            </a:r>
          </a:p>
          <a:p>
            <a:pPr lvl="1"/>
            <a:r>
              <a:rPr lang="fr-FR" dirty="0"/>
              <a:t>Texte</a:t>
            </a:r>
          </a:p>
          <a:p>
            <a:pPr lvl="1"/>
            <a:endParaRPr lang="fr-FR" dirty="0"/>
          </a:p>
        </p:txBody>
      </p:sp>
      <p:sp>
        <p:nvSpPr>
          <p:cNvPr id="3" name="Espace réservé pour une image  2"/>
          <p:cNvSpPr>
            <a:spLocks noGrp="1"/>
          </p:cNvSpPr>
          <p:nvPr>
            <p:ph type="pic" sz="quarter" idx="14"/>
          </p:nvPr>
        </p:nvSpPr>
        <p:spPr>
          <a:xfrm>
            <a:off x="6388100" y="1549401"/>
            <a:ext cx="4800600" cy="3517900"/>
          </a:xfrm>
          <a:prstGeom prst="rect">
            <a:avLst/>
          </a:prstGeom>
        </p:spPr>
        <p:txBody>
          <a:bodyPr/>
          <a:lstStyle/>
          <a:p>
            <a:endParaRPr lang="fr-FR"/>
          </a:p>
        </p:txBody>
      </p:sp>
      <p:sp>
        <p:nvSpPr>
          <p:cNvPr id="11" name="Espace réservé du texte 10"/>
          <p:cNvSpPr>
            <a:spLocks noGrp="1"/>
          </p:cNvSpPr>
          <p:nvPr>
            <p:ph type="body" sz="quarter" idx="15"/>
          </p:nvPr>
        </p:nvSpPr>
        <p:spPr>
          <a:xfrm>
            <a:off x="6388100" y="5324486"/>
            <a:ext cx="4800600" cy="282949"/>
          </a:xfrm>
          <a:prstGeom prst="rect">
            <a:avLst/>
          </a:prstGeom>
        </p:spPr>
        <p:txBody>
          <a:bodyPr/>
          <a:lstStyle>
            <a:lvl1pPr marL="0" indent="0">
              <a:buFontTx/>
              <a:buNone/>
              <a:defRPr sz="900">
                <a:solidFill>
                  <a:srgbClr val="702082"/>
                </a:solidFill>
                <a:latin typeface="Nexa Bold" charset="0"/>
                <a:ea typeface="Nexa Bold" charset="0"/>
                <a:cs typeface="Nexa Bold" charset="0"/>
              </a:defRPr>
            </a:lvl1pPr>
          </a:lstStyle>
          <a:p>
            <a:pPr lvl="0"/>
            <a:endParaRPr lang="fr-FR" dirty="0"/>
          </a:p>
        </p:txBody>
      </p:sp>
      <p:sp>
        <p:nvSpPr>
          <p:cNvPr id="14" name="Espace réservé du texte 10"/>
          <p:cNvSpPr>
            <a:spLocks noGrp="1"/>
          </p:cNvSpPr>
          <p:nvPr>
            <p:ph type="body" sz="quarter" idx="16"/>
          </p:nvPr>
        </p:nvSpPr>
        <p:spPr>
          <a:xfrm>
            <a:off x="6388100" y="5609116"/>
            <a:ext cx="4800600" cy="390525"/>
          </a:xfrm>
          <a:prstGeom prst="rect">
            <a:avLst/>
          </a:prstGeom>
        </p:spPr>
        <p:txBody>
          <a:bodyPr/>
          <a:lstStyle>
            <a:lvl1pPr marL="0" indent="0">
              <a:buFontTx/>
              <a:buNone/>
              <a:defRPr sz="900">
                <a:solidFill>
                  <a:schemeClr val="tx1"/>
                </a:solidFill>
                <a:latin typeface="Nexa Light" charset="0"/>
                <a:ea typeface="Nexa Light" charset="0"/>
                <a:cs typeface="Nexa Light" charset="0"/>
              </a:defRPr>
            </a:lvl1pPr>
          </a:lstStyle>
          <a:p>
            <a:pPr lvl="0"/>
            <a:endParaRPr lang="fr-FR" dirty="0"/>
          </a:p>
        </p:txBody>
      </p:sp>
      <p:sp>
        <p:nvSpPr>
          <p:cNvPr id="2" name="Espace réservé du numéro de diapositive 5">
            <a:extLst>
              <a:ext uri="{FF2B5EF4-FFF2-40B4-BE49-F238E27FC236}">
                <a16:creationId xmlns:a16="http://schemas.microsoft.com/office/drawing/2014/main" id="{E4C83850-9F48-8986-4E5E-B7EFEA262BEF}"/>
              </a:ext>
            </a:extLst>
          </p:cNvPr>
          <p:cNvSpPr>
            <a:spLocks noGrp="1"/>
          </p:cNvSpPr>
          <p:nvPr>
            <p:ph type="sldNum" sz="quarter" idx="12"/>
          </p:nvPr>
        </p:nvSpPr>
        <p:spPr>
          <a:xfrm>
            <a:off x="8737600" y="6356352"/>
            <a:ext cx="2844800" cy="365125"/>
          </a:xfrm>
        </p:spPr>
        <p:txBody>
          <a:bodyPr/>
          <a:lstStyle/>
          <a:p>
            <a:fld id="{B6E69D5D-3C54-E347-B3D4-70BDFA7C6521}" type="slidenum">
              <a:rPr lang="fr-FR" smtClean="0"/>
              <a:t>‹#›</a:t>
            </a:fld>
            <a:endParaRPr lang="fr-FR"/>
          </a:p>
        </p:txBody>
      </p:sp>
    </p:spTree>
    <p:extLst>
      <p:ext uri="{BB962C8B-B14F-4D97-AF65-F5344CB8AC3E}">
        <p14:creationId xmlns:p14="http://schemas.microsoft.com/office/powerpoint/2010/main" val="21881651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5_Page_Txt+img 1">
    <p:spTree>
      <p:nvGrpSpPr>
        <p:cNvPr id="1" name=""/>
        <p:cNvGrpSpPr/>
        <p:nvPr/>
      </p:nvGrpSpPr>
      <p:grpSpPr>
        <a:xfrm>
          <a:off x="0" y="0"/>
          <a:ext cx="0" cy="0"/>
          <a:chOff x="0" y="0"/>
          <a:chExt cx="0" cy="0"/>
        </a:xfrm>
      </p:grpSpPr>
      <p:sp>
        <p:nvSpPr>
          <p:cNvPr id="4" name="Espace réservé du texte 3"/>
          <p:cNvSpPr>
            <a:spLocks noGrp="1"/>
          </p:cNvSpPr>
          <p:nvPr>
            <p:ph type="body" sz="quarter" idx="10"/>
          </p:nvPr>
        </p:nvSpPr>
        <p:spPr>
          <a:xfrm>
            <a:off x="635003" y="317500"/>
            <a:ext cx="2019300" cy="381000"/>
          </a:xfrm>
          <a:prstGeom prst="rect">
            <a:avLst/>
          </a:prstGeom>
        </p:spPr>
        <p:txBody>
          <a:bodyPr anchor="ctr"/>
          <a:lstStyle>
            <a:lvl1pPr marL="0" indent="0">
              <a:buNone/>
              <a:defRPr sz="1351">
                <a:solidFill>
                  <a:srgbClr val="702082"/>
                </a:solidFill>
                <a:latin typeface="Nexa Bold" charset="0"/>
                <a:ea typeface="Nexa Bold" charset="0"/>
                <a:cs typeface="Nexa Bold" charset="0"/>
              </a:defRPr>
            </a:lvl1pPr>
          </a:lstStyle>
          <a:p>
            <a:pPr lvl="0"/>
            <a:endParaRPr lang="fr-FR"/>
          </a:p>
        </p:txBody>
      </p:sp>
      <p:sp>
        <p:nvSpPr>
          <p:cNvPr id="12" name="Espace réservé du texte 3"/>
          <p:cNvSpPr>
            <a:spLocks noGrp="1"/>
          </p:cNvSpPr>
          <p:nvPr>
            <p:ph type="body" sz="quarter" idx="11"/>
          </p:nvPr>
        </p:nvSpPr>
        <p:spPr>
          <a:xfrm>
            <a:off x="2946403" y="317500"/>
            <a:ext cx="2019300" cy="381000"/>
          </a:xfrm>
          <a:prstGeom prst="rect">
            <a:avLst/>
          </a:prstGeom>
        </p:spPr>
        <p:txBody>
          <a:bodyPr anchor="ctr"/>
          <a:lstStyle>
            <a:lvl1pPr marL="0" indent="0">
              <a:buNone/>
              <a:defRPr sz="1351">
                <a:solidFill>
                  <a:schemeClr val="tx1"/>
                </a:solidFill>
                <a:latin typeface="Nexa Light" charset="0"/>
                <a:ea typeface="Nexa Light" charset="0"/>
                <a:cs typeface="Nexa Light" charset="0"/>
              </a:defRPr>
            </a:lvl1pPr>
          </a:lstStyle>
          <a:p>
            <a:pPr lvl="0"/>
            <a:endParaRPr lang="fr-FR" dirty="0"/>
          </a:p>
        </p:txBody>
      </p:sp>
      <p:sp>
        <p:nvSpPr>
          <p:cNvPr id="5" name="Espace réservé du texte 4"/>
          <p:cNvSpPr>
            <a:spLocks noGrp="1"/>
          </p:cNvSpPr>
          <p:nvPr>
            <p:ph type="body" sz="quarter" idx="13" hasCustomPrompt="1"/>
          </p:nvPr>
        </p:nvSpPr>
        <p:spPr>
          <a:xfrm>
            <a:off x="1028700" y="1549401"/>
            <a:ext cx="5003800" cy="3517900"/>
          </a:xfrm>
          <a:prstGeom prst="rect">
            <a:avLst/>
          </a:prstGeom>
        </p:spPr>
        <p:txBody>
          <a:bodyPr/>
          <a:lstStyle>
            <a:lvl1pPr marL="0" indent="0">
              <a:lnSpc>
                <a:spcPct val="150000"/>
              </a:lnSpc>
              <a:buNone/>
              <a:defRPr sz="1351">
                <a:solidFill>
                  <a:srgbClr val="702082"/>
                </a:solidFill>
                <a:latin typeface="Nexa Bold" charset="0"/>
                <a:ea typeface="Nexa Bold" charset="0"/>
                <a:cs typeface="Nexa Bold" charset="0"/>
              </a:defRPr>
            </a:lvl1pPr>
            <a:lvl2pPr marL="342866" indent="0">
              <a:lnSpc>
                <a:spcPct val="80000"/>
              </a:lnSpc>
              <a:buFontTx/>
              <a:buNone/>
              <a:defRPr sz="1125">
                <a:solidFill>
                  <a:schemeClr val="tx1"/>
                </a:solidFill>
                <a:latin typeface="Nexa Light" charset="0"/>
                <a:ea typeface="Nexa Light" charset="0"/>
                <a:cs typeface="Nexa Light" charset="0"/>
              </a:defRPr>
            </a:lvl2pPr>
          </a:lstStyle>
          <a:p>
            <a:pPr lvl="0"/>
            <a:r>
              <a:rPr lang="fr-FR" dirty="0"/>
              <a:t>Titre</a:t>
            </a:r>
          </a:p>
          <a:p>
            <a:pPr lvl="1"/>
            <a:r>
              <a:rPr lang="fr-FR" dirty="0"/>
              <a:t>Texte</a:t>
            </a:r>
          </a:p>
          <a:p>
            <a:pPr lvl="1"/>
            <a:endParaRPr lang="fr-FR" dirty="0"/>
          </a:p>
        </p:txBody>
      </p:sp>
      <p:sp>
        <p:nvSpPr>
          <p:cNvPr id="3" name="Espace réservé pour une image  2"/>
          <p:cNvSpPr>
            <a:spLocks noGrp="1"/>
          </p:cNvSpPr>
          <p:nvPr>
            <p:ph type="pic" sz="quarter" idx="14"/>
          </p:nvPr>
        </p:nvSpPr>
        <p:spPr>
          <a:xfrm>
            <a:off x="6388100" y="1549401"/>
            <a:ext cx="4800600" cy="3517900"/>
          </a:xfrm>
          <a:prstGeom prst="rect">
            <a:avLst/>
          </a:prstGeom>
        </p:spPr>
        <p:txBody>
          <a:bodyPr/>
          <a:lstStyle/>
          <a:p>
            <a:endParaRPr lang="fr-FR"/>
          </a:p>
        </p:txBody>
      </p:sp>
      <p:sp>
        <p:nvSpPr>
          <p:cNvPr id="11" name="Espace réservé du texte 10"/>
          <p:cNvSpPr>
            <a:spLocks noGrp="1"/>
          </p:cNvSpPr>
          <p:nvPr>
            <p:ph type="body" sz="quarter" idx="15"/>
          </p:nvPr>
        </p:nvSpPr>
        <p:spPr>
          <a:xfrm>
            <a:off x="6388100" y="5324486"/>
            <a:ext cx="4800600" cy="282949"/>
          </a:xfrm>
          <a:prstGeom prst="rect">
            <a:avLst/>
          </a:prstGeom>
        </p:spPr>
        <p:txBody>
          <a:bodyPr/>
          <a:lstStyle>
            <a:lvl1pPr marL="0" indent="0">
              <a:buFontTx/>
              <a:buNone/>
              <a:defRPr sz="900">
                <a:solidFill>
                  <a:srgbClr val="702082"/>
                </a:solidFill>
                <a:latin typeface="Nexa Bold" charset="0"/>
                <a:ea typeface="Nexa Bold" charset="0"/>
                <a:cs typeface="Nexa Bold" charset="0"/>
              </a:defRPr>
            </a:lvl1pPr>
          </a:lstStyle>
          <a:p>
            <a:pPr lvl="0"/>
            <a:endParaRPr lang="fr-FR" dirty="0"/>
          </a:p>
        </p:txBody>
      </p:sp>
      <p:sp>
        <p:nvSpPr>
          <p:cNvPr id="14" name="Espace réservé du texte 10"/>
          <p:cNvSpPr>
            <a:spLocks noGrp="1"/>
          </p:cNvSpPr>
          <p:nvPr>
            <p:ph type="body" sz="quarter" idx="16"/>
          </p:nvPr>
        </p:nvSpPr>
        <p:spPr>
          <a:xfrm>
            <a:off x="6388100" y="5609116"/>
            <a:ext cx="4800600" cy="390525"/>
          </a:xfrm>
          <a:prstGeom prst="rect">
            <a:avLst/>
          </a:prstGeom>
        </p:spPr>
        <p:txBody>
          <a:bodyPr/>
          <a:lstStyle>
            <a:lvl1pPr marL="0" indent="0">
              <a:buFontTx/>
              <a:buNone/>
              <a:defRPr sz="900">
                <a:solidFill>
                  <a:schemeClr val="tx1"/>
                </a:solidFill>
                <a:latin typeface="Nexa Light" charset="0"/>
                <a:ea typeface="Nexa Light" charset="0"/>
                <a:cs typeface="Nexa Light" charset="0"/>
              </a:defRPr>
            </a:lvl1pPr>
          </a:lstStyle>
          <a:p>
            <a:pPr lvl="0"/>
            <a:endParaRPr lang="fr-FR" dirty="0"/>
          </a:p>
        </p:txBody>
      </p:sp>
      <p:sp>
        <p:nvSpPr>
          <p:cNvPr id="2" name="Espace réservé du numéro de diapositive 5">
            <a:extLst>
              <a:ext uri="{FF2B5EF4-FFF2-40B4-BE49-F238E27FC236}">
                <a16:creationId xmlns:a16="http://schemas.microsoft.com/office/drawing/2014/main" id="{1DDE5E7D-76AC-7F7B-FA7F-A34730D8EBA5}"/>
              </a:ext>
            </a:extLst>
          </p:cNvPr>
          <p:cNvSpPr>
            <a:spLocks noGrp="1"/>
          </p:cNvSpPr>
          <p:nvPr>
            <p:ph type="sldNum" sz="quarter" idx="12"/>
          </p:nvPr>
        </p:nvSpPr>
        <p:spPr>
          <a:xfrm>
            <a:off x="8737600" y="6356352"/>
            <a:ext cx="2844800" cy="365125"/>
          </a:xfrm>
        </p:spPr>
        <p:txBody>
          <a:bodyPr/>
          <a:lstStyle/>
          <a:p>
            <a:fld id="{B6E69D5D-3C54-E347-B3D4-70BDFA7C6521}" type="slidenum">
              <a:rPr lang="fr-FR" smtClean="0"/>
              <a:t>‹#›</a:t>
            </a:fld>
            <a:endParaRPr lang="fr-FR"/>
          </a:p>
        </p:txBody>
      </p:sp>
    </p:spTree>
    <p:extLst>
      <p:ext uri="{BB962C8B-B14F-4D97-AF65-F5344CB8AC3E}">
        <p14:creationId xmlns:p14="http://schemas.microsoft.com/office/powerpoint/2010/main" val="22696388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6_Page_Txt+img 1">
    <p:spTree>
      <p:nvGrpSpPr>
        <p:cNvPr id="1" name=""/>
        <p:cNvGrpSpPr/>
        <p:nvPr/>
      </p:nvGrpSpPr>
      <p:grpSpPr>
        <a:xfrm>
          <a:off x="0" y="0"/>
          <a:ext cx="0" cy="0"/>
          <a:chOff x="0" y="0"/>
          <a:chExt cx="0" cy="0"/>
        </a:xfrm>
      </p:grpSpPr>
      <p:sp>
        <p:nvSpPr>
          <p:cNvPr id="4" name="Espace réservé du texte 3"/>
          <p:cNvSpPr>
            <a:spLocks noGrp="1"/>
          </p:cNvSpPr>
          <p:nvPr>
            <p:ph type="body" sz="quarter" idx="10"/>
          </p:nvPr>
        </p:nvSpPr>
        <p:spPr>
          <a:xfrm>
            <a:off x="635003" y="317500"/>
            <a:ext cx="2019300" cy="381000"/>
          </a:xfrm>
          <a:prstGeom prst="rect">
            <a:avLst/>
          </a:prstGeom>
        </p:spPr>
        <p:txBody>
          <a:bodyPr anchor="ctr"/>
          <a:lstStyle>
            <a:lvl1pPr marL="0" indent="0">
              <a:buNone/>
              <a:defRPr sz="1351">
                <a:solidFill>
                  <a:srgbClr val="702082"/>
                </a:solidFill>
                <a:latin typeface="Nexa Bold" charset="0"/>
                <a:ea typeface="Nexa Bold" charset="0"/>
                <a:cs typeface="Nexa Bold" charset="0"/>
              </a:defRPr>
            </a:lvl1pPr>
          </a:lstStyle>
          <a:p>
            <a:pPr lvl="0"/>
            <a:endParaRPr lang="fr-FR"/>
          </a:p>
        </p:txBody>
      </p:sp>
      <p:sp>
        <p:nvSpPr>
          <p:cNvPr id="12" name="Espace réservé du texte 3"/>
          <p:cNvSpPr>
            <a:spLocks noGrp="1"/>
          </p:cNvSpPr>
          <p:nvPr>
            <p:ph type="body" sz="quarter" idx="11"/>
          </p:nvPr>
        </p:nvSpPr>
        <p:spPr>
          <a:xfrm>
            <a:off x="2946403" y="317500"/>
            <a:ext cx="2019300" cy="381000"/>
          </a:xfrm>
          <a:prstGeom prst="rect">
            <a:avLst/>
          </a:prstGeom>
        </p:spPr>
        <p:txBody>
          <a:bodyPr anchor="ctr"/>
          <a:lstStyle>
            <a:lvl1pPr marL="0" indent="0">
              <a:buNone/>
              <a:defRPr sz="1351">
                <a:solidFill>
                  <a:schemeClr val="tx1"/>
                </a:solidFill>
                <a:latin typeface="Nexa Light" charset="0"/>
                <a:ea typeface="Nexa Light" charset="0"/>
                <a:cs typeface="Nexa Light" charset="0"/>
              </a:defRPr>
            </a:lvl1pPr>
          </a:lstStyle>
          <a:p>
            <a:pPr lvl="0"/>
            <a:endParaRPr lang="fr-FR" dirty="0"/>
          </a:p>
        </p:txBody>
      </p:sp>
      <p:sp>
        <p:nvSpPr>
          <p:cNvPr id="5" name="Espace réservé du texte 4"/>
          <p:cNvSpPr>
            <a:spLocks noGrp="1"/>
          </p:cNvSpPr>
          <p:nvPr>
            <p:ph type="body" sz="quarter" idx="13" hasCustomPrompt="1"/>
          </p:nvPr>
        </p:nvSpPr>
        <p:spPr>
          <a:xfrm>
            <a:off x="1028700" y="1549401"/>
            <a:ext cx="5003800" cy="3517900"/>
          </a:xfrm>
          <a:prstGeom prst="rect">
            <a:avLst/>
          </a:prstGeom>
        </p:spPr>
        <p:txBody>
          <a:bodyPr/>
          <a:lstStyle>
            <a:lvl1pPr marL="0" indent="0">
              <a:lnSpc>
                <a:spcPct val="150000"/>
              </a:lnSpc>
              <a:buNone/>
              <a:defRPr sz="1351">
                <a:solidFill>
                  <a:srgbClr val="702082"/>
                </a:solidFill>
                <a:latin typeface="Nexa Bold" charset="0"/>
                <a:ea typeface="Nexa Bold" charset="0"/>
                <a:cs typeface="Nexa Bold" charset="0"/>
              </a:defRPr>
            </a:lvl1pPr>
            <a:lvl2pPr marL="342866" indent="0">
              <a:lnSpc>
                <a:spcPct val="80000"/>
              </a:lnSpc>
              <a:buFontTx/>
              <a:buNone/>
              <a:defRPr sz="1125">
                <a:solidFill>
                  <a:schemeClr val="tx1"/>
                </a:solidFill>
                <a:latin typeface="Nexa Light" charset="0"/>
                <a:ea typeface="Nexa Light" charset="0"/>
                <a:cs typeface="Nexa Light" charset="0"/>
              </a:defRPr>
            </a:lvl2pPr>
          </a:lstStyle>
          <a:p>
            <a:pPr lvl="0"/>
            <a:r>
              <a:rPr lang="fr-FR" dirty="0"/>
              <a:t>Titre</a:t>
            </a:r>
          </a:p>
          <a:p>
            <a:pPr lvl="1"/>
            <a:r>
              <a:rPr lang="fr-FR" dirty="0"/>
              <a:t>Texte</a:t>
            </a:r>
          </a:p>
          <a:p>
            <a:pPr lvl="1"/>
            <a:endParaRPr lang="fr-FR" dirty="0"/>
          </a:p>
        </p:txBody>
      </p:sp>
      <p:sp>
        <p:nvSpPr>
          <p:cNvPr id="3" name="Espace réservé pour une image  2"/>
          <p:cNvSpPr>
            <a:spLocks noGrp="1"/>
          </p:cNvSpPr>
          <p:nvPr>
            <p:ph type="pic" sz="quarter" idx="14"/>
          </p:nvPr>
        </p:nvSpPr>
        <p:spPr>
          <a:xfrm>
            <a:off x="6388100" y="1549401"/>
            <a:ext cx="4800600" cy="3517900"/>
          </a:xfrm>
          <a:prstGeom prst="rect">
            <a:avLst/>
          </a:prstGeom>
        </p:spPr>
        <p:txBody>
          <a:bodyPr/>
          <a:lstStyle/>
          <a:p>
            <a:endParaRPr lang="fr-FR"/>
          </a:p>
        </p:txBody>
      </p:sp>
      <p:sp>
        <p:nvSpPr>
          <p:cNvPr id="11" name="Espace réservé du texte 10"/>
          <p:cNvSpPr>
            <a:spLocks noGrp="1"/>
          </p:cNvSpPr>
          <p:nvPr>
            <p:ph type="body" sz="quarter" idx="15"/>
          </p:nvPr>
        </p:nvSpPr>
        <p:spPr>
          <a:xfrm>
            <a:off x="6388100" y="5324486"/>
            <a:ext cx="4800600" cy="282949"/>
          </a:xfrm>
          <a:prstGeom prst="rect">
            <a:avLst/>
          </a:prstGeom>
        </p:spPr>
        <p:txBody>
          <a:bodyPr/>
          <a:lstStyle>
            <a:lvl1pPr marL="0" indent="0">
              <a:buFontTx/>
              <a:buNone/>
              <a:defRPr sz="900">
                <a:solidFill>
                  <a:srgbClr val="702082"/>
                </a:solidFill>
                <a:latin typeface="Nexa Bold" charset="0"/>
                <a:ea typeface="Nexa Bold" charset="0"/>
                <a:cs typeface="Nexa Bold" charset="0"/>
              </a:defRPr>
            </a:lvl1pPr>
          </a:lstStyle>
          <a:p>
            <a:pPr lvl="0"/>
            <a:endParaRPr lang="fr-FR" dirty="0"/>
          </a:p>
        </p:txBody>
      </p:sp>
      <p:sp>
        <p:nvSpPr>
          <p:cNvPr id="14" name="Espace réservé du texte 10"/>
          <p:cNvSpPr>
            <a:spLocks noGrp="1"/>
          </p:cNvSpPr>
          <p:nvPr>
            <p:ph type="body" sz="quarter" idx="16"/>
          </p:nvPr>
        </p:nvSpPr>
        <p:spPr>
          <a:xfrm>
            <a:off x="6388100" y="5609116"/>
            <a:ext cx="4800600" cy="390525"/>
          </a:xfrm>
          <a:prstGeom prst="rect">
            <a:avLst/>
          </a:prstGeom>
        </p:spPr>
        <p:txBody>
          <a:bodyPr/>
          <a:lstStyle>
            <a:lvl1pPr marL="0" indent="0">
              <a:buFontTx/>
              <a:buNone/>
              <a:defRPr sz="900">
                <a:solidFill>
                  <a:schemeClr val="tx1"/>
                </a:solidFill>
                <a:latin typeface="Nexa Light" charset="0"/>
                <a:ea typeface="Nexa Light" charset="0"/>
                <a:cs typeface="Nexa Light" charset="0"/>
              </a:defRPr>
            </a:lvl1pPr>
          </a:lstStyle>
          <a:p>
            <a:pPr lvl="0"/>
            <a:endParaRPr lang="fr-FR" dirty="0"/>
          </a:p>
        </p:txBody>
      </p:sp>
      <p:sp>
        <p:nvSpPr>
          <p:cNvPr id="2" name="Espace réservé du numéro de diapositive 5">
            <a:extLst>
              <a:ext uri="{FF2B5EF4-FFF2-40B4-BE49-F238E27FC236}">
                <a16:creationId xmlns:a16="http://schemas.microsoft.com/office/drawing/2014/main" id="{BC5C7260-B65B-09EF-FC3E-A3304736322B}"/>
              </a:ext>
            </a:extLst>
          </p:cNvPr>
          <p:cNvSpPr>
            <a:spLocks noGrp="1"/>
          </p:cNvSpPr>
          <p:nvPr>
            <p:ph type="sldNum" sz="quarter" idx="12"/>
          </p:nvPr>
        </p:nvSpPr>
        <p:spPr>
          <a:xfrm>
            <a:off x="8737600" y="6356352"/>
            <a:ext cx="2844800" cy="365125"/>
          </a:xfrm>
        </p:spPr>
        <p:txBody>
          <a:bodyPr/>
          <a:lstStyle/>
          <a:p>
            <a:fld id="{B6E69D5D-3C54-E347-B3D4-70BDFA7C6521}" type="slidenum">
              <a:rPr lang="fr-FR" smtClean="0"/>
              <a:t>‹#›</a:t>
            </a:fld>
            <a:endParaRPr lang="fr-FR"/>
          </a:p>
        </p:txBody>
      </p:sp>
    </p:spTree>
    <p:extLst>
      <p:ext uri="{BB962C8B-B14F-4D97-AF65-F5344CB8AC3E}">
        <p14:creationId xmlns:p14="http://schemas.microsoft.com/office/powerpoint/2010/main" val="233676405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7_Page_Txt+img 1">
    <p:spTree>
      <p:nvGrpSpPr>
        <p:cNvPr id="1" name=""/>
        <p:cNvGrpSpPr/>
        <p:nvPr/>
      </p:nvGrpSpPr>
      <p:grpSpPr>
        <a:xfrm>
          <a:off x="0" y="0"/>
          <a:ext cx="0" cy="0"/>
          <a:chOff x="0" y="0"/>
          <a:chExt cx="0" cy="0"/>
        </a:xfrm>
      </p:grpSpPr>
      <p:sp>
        <p:nvSpPr>
          <p:cNvPr id="4" name="Espace réservé du texte 3"/>
          <p:cNvSpPr>
            <a:spLocks noGrp="1"/>
          </p:cNvSpPr>
          <p:nvPr>
            <p:ph type="body" sz="quarter" idx="10"/>
          </p:nvPr>
        </p:nvSpPr>
        <p:spPr>
          <a:xfrm>
            <a:off x="635003" y="317500"/>
            <a:ext cx="2019300" cy="381000"/>
          </a:xfrm>
          <a:prstGeom prst="rect">
            <a:avLst/>
          </a:prstGeom>
        </p:spPr>
        <p:txBody>
          <a:bodyPr anchor="ctr"/>
          <a:lstStyle>
            <a:lvl1pPr marL="0" indent="0">
              <a:buNone/>
              <a:defRPr sz="1351">
                <a:solidFill>
                  <a:srgbClr val="702082"/>
                </a:solidFill>
                <a:latin typeface="Nexa Bold" charset="0"/>
                <a:ea typeface="Nexa Bold" charset="0"/>
                <a:cs typeface="Nexa Bold" charset="0"/>
              </a:defRPr>
            </a:lvl1pPr>
          </a:lstStyle>
          <a:p>
            <a:pPr lvl="0"/>
            <a:endParaRPr lang="fr-FR"/>
          </a:p>
        </p:txBody>
      </p:sp>
      <p:sp>
        <p:nvSpPr>
          <p:cNvPr id="12" name="Espace réservé du texte 3"/>
          <p:cNvSpPr>
            <a:spLocks noGrp="1"/>
          </p:cNvSpPr>
          <p:nvPr>
            <p:ph type="body" sz="quarter" idx="11"/>
          </p:nvPr>
        </p:nvSpPr>
        <p:spPr>
          <a:xfrm>
            <a:off x="2946403" y="317500"/>
            <a:ext cx="2019300" cy="381000"/>
          </a:xfrm>
          <a:prstGeom prst="rect">
            <a:avLst/>
          </a:prstGeom>
        </p:spPr>
        <p:txBody>
          <a:bodyPr anchor="ctr"/>
          <a:lstStyle>
            <a:lvl1pPr marL="0" indent="0">
              <a:buNone/>
              <a:defRPr sz="1351">
                <a:solidFill>
                  <a:schemeClr val="tx1"/>
                </a:solidFill>
                <a:latin typeface="Nexa Light" charset="0"/>
                <a:ea typeface="Nexa Light" charset="0"/>
                <a:cs typeface="Nexa Light" charset="0"/>
              </a:defRPr>
            </a:lvl1pPr>
          </a:lstStyle>
          <a:p>
            <a:pPr lvl="0"/>
            <a:endParaRPr lang="fr-FR" dirty="0"/>
          </a:p>
        </p:txBody>
      </p:sp>
      <p:sp>
        <p:nvSpPr>
          <p:cNvPr id="5" name="Espace réservé du texte 4"/>
          <p:cNvSpPr>
            <a:spLocks noGrp="1"/>
          </p:cNvSpPr>
          <p:nvPr>
            <p:ph type="body" sz="quarter" idx="13" hasCustomPrompt="1"/>
          </p:nvPr>
        </p:nvSpPr>
        <p:spPr>
          <a:xfrm>
            <a:off x="1028700" y="1549401"/>
            <a:ext cx="5003800" cy="3517900"/>
          </a:xfrm>
          <a:prstGeom prst="rect">
            <a:avLst/>
          </a:prstGeom>
        </p:spPr>
        <p:txBody>
          <a:bodyPr/>
          <a:lstStyle>
            <a:lvl1pPr marL="0" indent="0">
              <a:lnSpc>
                <a:spcPct val="150000"/>
              </a:lnSpc>
              <a:buNone/>
              <a:defRPr sz="1351">
                <a:solidFill>
                  <a:srgbClr val="702082"/>
                </a:solidFill>
                <a:latin typeface="Nexa Bold" charset="0"/>
                <a:ea typeface="Nexa Bold" charset="0"/>
                <a:cs typeface="Nexa Bold" charset="0"/>
              </a:defRPr>
            </a:lvl1pPr>
            <a:lvl2pPr marL="342866" indent="0">
              <a:lnSpc>
                <a:spcPct val="80000"/>
              </a:lnSpc>
              <a:buFontTx/>
              <a:buNone/>
              <a:defRPr sz="1125">
                <a:solidFill>
                  <a:schemeClr val="tx1"/>
                </a:solidFill>
                <a:latin typeface="Nexa Light" charset="0"/>
                <a:ea typeface="Nexa Light" charset="0"/>
                <a:cs typeface="Nexa Light" charset="0"/>
              </a:defRPr>
            </a:lvl2pPr>
          </a:lstStyle>
          <a:p>
            <a:pPr lvl="0"/>
            <a:r>
              <a:rPr lang="fr-FR" dirty="0"/>
              <a:t>Titre</a:t>
            </a:r>
          </a:p>
          <a:p>
            <a:pPr lvl="1"/>
            <a:r>
              <a:rPr lang="fr-FR" dirty="0"/>
              <a:t>Texte</a:t>
            </a:r>
          </a:p>
          <a:p>
            <a:pPr lvl="1"/>
            <a:endParaRPr lang="fr-FR" dirty="0"/>
          </a:p>
        </p:txBody>
      </p:sp>
      <p:sp>
        <p:nvSpPr>
          <p:cNvPr id="3" name="Espace réservé pour une image  2"/>
          <p:cNvSpPr>
            <a:spLocks noGrp="1"/>
          </p:cNvSpPr>
          <p:nvPr>
            <p:ph type="pic" sz="quarter" idx="14"/>
          </p:nvPr>
        </p:nvSpPr>
        <p:spPr>
          <a:xfrm>
            <a:off x="6388100" y="1549401"/>
            <a:ext cx="4800600" cy="3517900"/>
          </a:xfrm>
          <a:prstGeom prst="rect">
            <a:avLst/>
          </a:prstGeom>
        </p:spPr>
        <p:txBody>
          <a:bodyPr/>
          <a:lstStyle/>
          <a:p>
            <a:endParaRPr lang="fr-FR"/>
          </a:p>
        </p:txBody>
      </p:sp>
      <p:sp>
        <p:nvSpPr>
          <p:cNvPr id="11" name="Espace réservé du texte 10"/>
          <p:cNvSpPr>
            <a:spLocks noGrp="1"/>
          </p:cNvSpPr>
          <p:nvPr>
            <p:ph type="body" sz="quarter" idx="15"/>
          </p:nvPr>
        </p:nvSpPr>
        <p:spPr>
          <a:xfrm>
            <a:off x="6388100" y="5324486"/>
            <a:ext cx="4800600" cy="282949"/>
          </a:xfrm>
          <a:prstGeom prst="rect">
            <a:avLst/>
          </a:prstGeom>
        </p:spPr>
        <p:txBody>
          <a:bodyPr/>
          <a:lstStyle>
            <a:lvl1pPr marL="0" indent="0">
              <a:buFontTx/>
              <a:buNone/>
              <a:defRPr sz="900">
                <a:solidFill>
                  <a:srgbClr val="702082"/>
                </a:solidFill>
                <a:latin typeface="Nexa Bold" charset="0"/>
                <a:ea typeface="Nexa Bold" charset="0"/>
                <a:cs typeface="Nexa Bold" charset="0"/>
              </a:defRPr>
            </a:lvl1pPr>
          </a:lstStyle>
          <a:p>
            <a:pPr lvl="0"/>
            <a:endParaRPr lang="fr-FR" dirty="0"/>
          </a:p>
        </p:txBody>
      </p:sp>
      <p:sp>
        <p:nvSpPr>
          <p:cNvPr id="14" name="Espace réservé du texte 10"/>
          <p:cNvSpPr>
            <a:spLocks noGrp="1"/>
          </p:cNvSpPr>
          <p:nvPr>
            <p:ph type="body" sz="quarter" idx="16"/>
          </p:nvPr>
        </p:nvSpPr>
        <p:spPr>
          <a:xfrm>
            <a:off x="6388100" y="5609116"/>
            <a:ext cx="4800600" cy="390525"/>
          </a:xfrm>
          <a:prstGeom prst="rect">
            <a:avLst/>
          </a:prstGeom>
        </p:spPr>
        <p:txBody>
          <a:bodyPr/>
          <a:lstStyle>
            <a:lvl1pPr marL="0" indent="0">
              <a:buFontTx/>
              <a:buNone/>
              <a:defRPr sz="900">
                <a:solidFill>
                  <a:schemeClr val="tx1"/>
                </a:solidFill>
                <a:latin typeface="Nexa Light" charset="0"/>
                <a:ea typeface="Nexa Light" charset="0"/>
                <a:cs typeface="Nexa Light" charset="0"/>
              </a:defRPr>
            </a:lvl1pPr>
          </a:lstStyle>
          <a:p>
            <a:pPr lvl="0"/>
            <a:endParaRPr lang="fr-FR" dirty="0"/>
          </a:p>
        </p:txBody>
      </p:sp>
      <p:sp>
        <p:nvSpPr>
          <p:cNvPr id="2" name="Espace réservé du numéro de diapositive 5">
            <a:extLst>
              <a:ext uri="{FF2B5EF4-FFF2-40B4-BE49-F238E27FC236}">
                <a16:creationId xmlns:a16="http://schemas.microsoft.com/office/drawing/2014/main" id="{12F5AD96-2794-C5D7-6EC8-638479DDB841}"/>
              </a:ext>
            </a:extLst>
          </p:cNvPr>
          <p:cNvSpPr>
            <a:spLocks noGrp="1"/>
          </p:cNvSpPr>
          <p:nvPr>
            <p:ph type="sldNum" sz="quarter" idx="12"/>
          </p:nvPr>
        </p:nvSpPr>
        <p:spPr>
          <a:xfrm>
            <a:off x="8737600" y="6356352"/>
            <a:ext cx="2844800" cy="365125"/>
          </a:xfrm>
        </p:spPr>
        <p:txBody>
          <a:bodyPr/>
          <a:lstStyle/>
          <a:p>
            <a:fld id="{B6E69D5D-3C54-E347-B3D4-70BDFA7C6521}" type="slidenum">
              <a:rPr lang="fr-FR" smtClean="0"/>
              <a:t>‹#›</a:t>
            </a:fld>
            <a:endParaRPr lang="fr-FR"/>
          </a:p>
        </p:txBody>
      </p:sp>
    </p:spTree>
    <p:extLst>
      <p:ext uri="{BB962C8B-B14F-4D97-AF65-F5344CB8AC3E}">
        <p14:creationId xmlns:p14="http://schemas.microsoft.com/office/powerpoint/2010/main" val="266582560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8_Page_Txt+img 1">
    <p:spTree>
      <p:nvGrpSpPr>
        <p:cNvPr id="1" name=""/>
        <p:cNvGrpSpPr/>
        <p:nvPr/>
      </p:nvGrpSpPr>
      <p:grpSpPr>
        <a:xfrm>
          <a:off x="0" y="0"/>
          <a:ext cx="0" cy="0"/>
          <a:chOff x="0" y="0"/>
          <a:chExt cx="0" cy="0"/>
        </a:xfrm>
      </p:grpSpPr>
      <p:sp>
        <p:nvSpPr>
          <p:cNvPr id="4" name="Espace réservé du texte 3"/>
          <p:cNvSpPr>
            <a:spLocks noGrp="1"/>
          </p:cNvSpPr>
          <p:nvPr>
            <p:ph type="body" sz="quarter" idx="10"/>
          </p:nvPr>
        </p:nvSpPr>
        <p:spPr>
          <a:xfrm>
            <a:off x="635003" y="317500"/>
            <a:ext cx="2019300" cy="381000"/>
          </a:xfrm>
          <a:prstGeom prst="rect">
            <a:avLst/>
          </a:prstGeom>
        </p:spPr>
        <p:txBody>
          <a:bodyPr anchor="ctr"/>
          <a:lstStyle>
            <a:lvl1pPr marL="0" indent="0">
              <a:buNone/>
              <a:defRPr sz="1351">
                <a:solidFill>
                  <a:srgbClr val="702082"/>
                </a:solidFill>
                <a:latin typeface="Nexa Bold" charset="0"/>
                <a:ea typeface="Nexa Bold" charset="0"/>
                <a:cs typeface="Nexa Bold" charset="0"/>
              </a:defRPr>
            </a:lvl1pPr>
          </a:lstStyle>
          <a:p>
            <a:pPr lvl="0"/>
            <a:endParaRPr lang="fr-FR"/>
          </a:p>
        </p:txBody>
      </p:sp>
      <p:sp>
        <p:nvSpPr>
          <p:cNvPr id="12" name="Espace réservé du texte 3"/>
          <p:cNvSpPr>
            <a:spLocks noGrp="1"/>
          </p:cNvSpPr>
          <p:nvPr>
            <p:ph type="body" sz="quarter" idx="11"/>
          </p:nvPr>
        </p:nvSpPr>
        <p:spPr>
          <a:xfrm>
            <a:off x="2946403" y="317500"/>
            <a:ext cx="2019300" cy="381000"/>
          </a:xfrm>
          <a:prstGeom prst="rect">
            <a:avLst/>
          </a:prstGeom>
        </p:spPr>
        <p:txBody>
          <a:bodyPr anchor="ctr"/>
          <a:lstStyle>
            <a:lvl1pPr marL="0" indent="0">
              <a:buNone/>
              <a:defRPr sz="1351">
                <a:solidFill>
                  <a:schemeClr val="tx1"/>
                </a:solidFill>
                <a:latin typeface="Nexa Light" charset="0"/>
                <a:ea typeface="Nexa Light" charset="0"/>
                <a:cs typeface="Nexa Light" charset="0"/>
              </a:defRPr>
            </a:lvl1pPr>
          </a:lstStyle>
          <a:p>
            <a:pPr lvl="0"/>
            <a:endParaRPr lang="fr-FR" dirty="0"/>
          </a:p>
        </p:txBody>
      </p:sp>
      <p:sp>
        <p:nvSpPr>
          <p:cNvPr id="5" name="Espace réservé du texte 4"/>
          <p:cNvSpPr>
            <a:spLocks noGrp="1"/>
          </p:cNvSpPr>
          <p:nvPr>
            <p:ph type="body" sz="quarter" idx="13" hasCustomPrompt="1"/>
          </p:nvPr>
        </p:nvSpPr>
        <p:spPr>
          <a:xfrm>
            <a:off x="1028700" y="1549401"/>
            <a:ext cx="5003800" cy="3517900"/>
          </a:xfrm>
          <a:prstGeom prst="rect">
            <a:avLst/>
          </a:prstGeom>
        </p:spPr>
        <p:txBody>
          <a:bodyPr/>
          <a:lstStyle>
            <a:lvl1pPr marL="0" indent="0">
              <a:lnSpc>
                <a:spcPct val="150000"/>
              </a:lnSpc>
              <a:buNone/>
              <a:defRPr sz="1351">
                <a:solidFill>
                  <a:srgbClr val="702082"/>
                </a:solidFill>
                <a:latin typeface="Nexa Bold" charset="0"/>
                <a:ea typeface="Nexa Bold" charset="0"/>
                <a:cs typeface="Nexa Bold" charset="0"/>
              </a:defRPr>
            </a:lvl1pPr>
            <a:lvl2pPr marL="342866" indent="0">
              <a:lnSpc>
                <a:spcPct val="80000"/>
              </a:lnSpc>
              <a:buFontTx/>
              <a:buNone/>
              <a:defRPr sz="1125">
                <a:solidFill>
                  <a:schemeClr val="tx1"/>
                </a:solidFill>
                <a:latin typeface="Nexa Light" charset="0"/>
                <a:ea typeface="Nexa Light" charset="0"/>
                <a:cs typeface="Nexa Light" charset="0"/>
              </a:defRPr>
            </a:lvl2pPr>
          </a:lstStyle>
          <a:p>
            <a:pPr lvl="0"/>
            <a:r>
              <a:rPr lang="fr-FR" dirty="0"/>
              <a:t>Titre</a:t>
            </a:r>
          </a:p>
          <a:p>
            <a:pPr lvl="1"/>
            <a:r>
              <a:rPr lang="fr-FR" dirty="0"/>
              <a:t>Texte</a:t>
            </a:r>
          </a:p>
          <a:p>
            <a:pPr lvl="1"/>
            <a:endParaRPr lang="fr-FR" dirty="0"/>
          </a:p>
        </p:txBody>
      </p:sp>
      <p:sp>
        <p:nvSpPr>
          <p:cNvPr id="3" name="Espace réservé pour une image  2"/>
          <p:cNvSpPr>
            <a:spLocks noGrp="1"/>
          </p:cNvSpPr>
          <p:nvPr>
            <p:ph type="pic" sz="quarter" idx="14"/>
          </p:nvPr>
        </p:nvSpPr>
        <p:spPr>
          <a:xfrm>
            <a:off x="6388100" y="1549401"/>
            <a:ext cx="4800600" cy="3517900"/>
          </a:xfrm>
          <a:prstGeom prst="rect">
            <a:avLst/>
          </a:prstGeom>
        </p:spPr>
        <p:txBody>
          <a:bodyPr/>
          <a:lstStyle/>
          <a:p>
            <a:endParaRPr lang="fr-FR"/>
          </a:p>
        </p:txBody>
      </p:sp>
      <p:sp>
        <p:nvSpPr>
          <p:cNvPr id="11" name="Espace réservé du texte 10"/>
          <p:cNvSpPr>
            <a:spLocks noGrp="1"/>
          </p:cNvSpPr>
          <p:nvPr>
            <p:ph type="body" sz="quarter" idx="15"/>
          </p:nvPr>
        </p:nvSpPr>
        <p:spPr>
          <a:xfrm>
            <a:off x="6388100" y="5324486"/>
            <a:ext cx="4800600" cy="282949"/>
          </a:xfrm>
          <a:prstGeom prst="rect">
            <a:avLst/>
          </a:prstGeom>
        </p:spPr>
        <p:txBody>
          <a:bodyPr/>
          <a:lstStyle>
            <a:lvl1pPr marL="0" indent="0">
              <a:buFontTx/>
              <a:buNone/>
              <a:defRPr sz="900">
                <a:solidFill>
                  <a:srgbClr val="702082"/>
                </a:solidFill>
                <a:latin typeface="Nexa Bold" charset="0"/>
                <a:ea typeface="Nexa Bold" charset="0"/>
                <a:cs typeface="Nexa Bold" charset="0"/>
              </a:defRPr>
            </a:lvl1pPr>
          </a:lstStyle>
          <a:p>
            <a:pPr lvl="0"/>
            <a:endParaRPr lang="fr-FR" dirty="0"/>
          </a:p>
        </p:txBody>
      </p:sp>
      <p:sp>
        <p:nvSpPr>
          <p:cNvPr id="14" name="Espace réservé du texte 10"/>
          <p:cNvSpPr>
            <a:spLocks noGrp="1"/>
          </p:cNvSpPr>
          <p:nvPr>
            <p:ph type="body" sz="quarter" idx="16"/>
          </p:nvPr>
        </p:nvSpPr>
        <p:spPr>
          <a:xfrm>
            <a:off x="6388100" y="5609116"/>
            <a:ext cx="4800600" cy="390525"/>
          </a:xfrm>
          <a:prstGeom prst="rect">
            <a:avLst/>
          </a:prstGeom>
        </p:spPr>
        <p:txBody>
          <a:bodyPr/>
          <a:lstStyle>
            <a:lvl1pPr marL="0" indent="0">
              <a:buFontTx/>
              <a:buNone/>
              <a:defRPr sz="900">
                <a:solidFill>
                  <a:schemeClr val="tx1"/>
                </a:solidFill>
                <a:latin typeface="Nexa Light" charset="0"/>
                <a:ea typeface="Nexa Light" charset="0"/>
                <a:cs typeface="Nexa Light" charset="0"/>
              </a:defRPr>
            </a:lvl1pPr>
          </a:lstStyle>
          <a:p>
            <a:pPr lvl="0"/>
            <a:endParaRPr lang="fr-FR" dirty="0"/>
          </a:p>
        </p:txBody>
      </p:sp>
      <p:sp>
        <p:nvSpPr>
          <p:cNvPr id="2" name="Espace réservé du numéro de diapositive 5">
            <a:extLst>
              <a:ext uri="{FF2B5EF4-FFF2-40B4-BE49-F238E27FC236}">
                <a16:creationId xmlns:a16="http://schemas.microsoft.com/office/drawing/2014/main" id="{265E3A96-A6A9-4325-EC12-735C1C2D6B3F}"/>
              </a:ext>
            </a:extLst>
          </p:cNvPr>
          <p:cNvSpPr>
            <a:spLocks noGrp="1"/>
          </p:cNvSpPr>
          <p:nvPr>
            <p:ph type="sldNum" sz="quarter" idx="12"/>
          </p:nvPr>
        </p:nvSpPr>
        <p:spPr>
          <a:xfrm>
            <a:off x="8737600" y="6356352"/>
            <a:ext cx="2844800" cy="365125"/>
          </a:xfrm>
        </p:spPr>
        <p:txBody>
          <a:bodyPr/>
          <a:lstStyle/>
          <a:p>
            <a:fld id="{B6E69D5D-3C54-E347-B3D4-70BDFA7C6521}" type="slidenum">
              <a:rPr lang="fr-FR" smtClean="0"/>
              <a:t>‹#›</a:t>
            </a:fld>
            <a:endParaRPr lang="fr-FR"/>
          </a:p>
        </p:txBody>
      </p:sp>
    </p:spTree>
    <p:extLst>
      <p:ext uri="{BB962C8B-B14F-4D97-AF65-F5344CB8AC3E}">
        <p14:creationId xmlns:p14="http://schemas.microsoft.com/office/powerpoint/2010/main" val="42009740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9_Page_Txt+img 1">
    <p:spTree>
      <p:nvGrpSpPr>
        <p:cNvPr id="1" name=""/>
        <p:cNvGrpSpPr/>
        <p:nvPr/>
      </p:nvGrpSpPr>
      <p:grpSpPr>
        <a:xfrm>
          <a:off x="0" y="0"/>
          <a:ext cx="0" cy="0"/>
          <a:chOff x="0" y="0"/>
          <a:chExt cx="0" cy="0"/>
        </a:xfrm>
      </p:grpSpPr>
      <p:sp>
        <p:nvSpPr>
          <p:cNvPr id="4" name="Espace réservé du texte 3"/>
          <p:cNvSpPr>
            <a:spLocks noGrp="1"/>
          </p:cNvSpPr>
          <p:nvPr>
            <p:ph type="body" sz="quarter" idx="10"/>
          </p:nvPr>
        </p:nvSpPr>
        <p:spPr>
          <a:xfrm>
            <a:off x="635003" y="317500"/>
            <a:ext cx="2019300" cy="381000"/>
          </a:xfrm>
          <a:prstGeom prst="rect">
            <a:avLst/>
          </a:prstGeom>
        </p:spPr>
        <p:txBody>
          <a:bodyPr anchor="ctr"/>
          <a:lstStyle>
            <a:lvl1pPr marL="0" indent="0">
              <a:buNone/>
              <a:defRPr sz="1351">
                <a:solidFill>
                  <a:srgbClr val="702082"/>
                </a:solidFill>
                <a:latin typeface="Nexa Bold" charset="0"/>
                <a:ea typeface="Nexa Bold" charset="0"/>
                <a:cs typeface="Nexa Bold" charset="0"/>
              </a:defRPr>
            </a:lvl1pPr>
          </a:lstStyle>
          <a:p>
            <a:pPr lvl="0"/>
            <a:endParaRPr lang="fr-FR"/>
          </a:p>
        </p:txBody>
      </p:sp>
      <p:sp>
        <p:nvSpPr>
          <p:cNvPr id="12" name="Espace réservé du texte 3"/>
          <p:cNvSpPr>
            <a:spLocks noGrp="1"/>
          </p:cNvSpPr>
          <p:nvPr>
            <p:ph type="body" sz="quarter" idx="11"/>
          </p:nvPr>
        </p:nvSpPr>
        <p:spPr>
          <a:xfrm>
            <a:off x="2946403" y="317500"/>
            <a:ext cx="2019300" cy="381000"/>
          </a:xfrm>
          <a:prstGeom prst="rect">
            <a:avLst/>
          </a:prstGeom>
        </p:spPr>
        <p:txBody>
          <a:bodyPr anchor="ctr"/>
          <a:lstStyle>
            <a:lvl1pPr marL="0" indent="0">
              <a:buNone/>
              <a:defRPr sz="1351">
                <a:solidFill>
                  <a:schemeClr val="tx1"/>
                </a:solidFill>
                <a:latin typeface="Nexa Light" charset="0"/>
                <a:ea typeface="Nexa Light" charset="0"/>
                <a:cs typeface="Nexa Light" charset="0"/>
              </a:defRPr>
            </a:lvl1pPr>
          </a:lstStyle>
          <a:p>
            <a:pPr lvl="0"/>
            <a:endParaRPr lang="fr-FR" dirty="0"/>
          </a:p>
        </p:txBody>
      </p:sp>
      <p:sp>
        <p:nvSpPr>
          <p:cNvPr id="5" name="Espace réservé du texte 4"/>
          <p:cNvSpPr>
            <a:spLocks noGrp="1"/>
          </p:cNvSpPr>
          <p:nvPr>
            <p:ph type="body" sz="quarter" idx="13" hasCustomPrompt="1"/>
          </p:nvPr>
        </p:nvSpPr>
        <p:spPr>
          <a:xfrm>
            <a:off x="1028700" y="1549401"/>
            <a:ext cx="5003800" cy="3517900"/>
          </a:xfrm>
          <a:prstGeom prst="rect">
            <a:avLst/>
          </a:prstGeom>
        </p:spPr>
        <p:txBody>
          <a:bodyPr/>
          <a:lstStyle>
            <a:lvl1pPr marL="0" indent="0">
              <a:lnSpc>
                <a:spcPct val="150000"/>
              </a:lnSpc>
              <a:buNone/>
              <a:defRPr sz="1351">
                <a:solidFill>
                  <a:srgbClr val="702082"/>
                </a:solidFill>
                <a:latin typeface="Nexa Bold" charset="0"/>
                <a:ea typeface="Nexa Bold" charset="0"/>
                <a:cs typeface="Nexa Bold" charset="0"/>
              </a:defRPr>
            </a:lvl1pPr>
            <a:lvl2pPr marL="342866" indent="0">
              <a:lnSpc>
                <a:spcPct val="80000"/>
              </a:lnSpc>
              <a:buFontTx/>
              <a:buNone/>
              <a:defRPr sz="1125">
                <a:solidFill>
                  <a:schemeClr val="tx1"/>
                </a:solidFill>
                <a:latin typeface="Nexa Light" charset="0"/>
                <a:ea typeface="Nexa Light" charset="0"/>
                <a:cs typeface="Nexa Light" charset="0"/>
              </a:defRPr>
            </a:lvl2pPr>
          </a:lstStyle>
          <a:p>
            <a:pPr lvl="0"/>
            <a:r>
              <a:rPr lang="fr-FR" dirty="0"/>
              <a:t>Titre</a:t>
            </a:r>
          </a:p>
          <a:p>
            <a:pPr lvl="1"/>
            <a:r>
              <a:rPr lang="fr-FR" dirty="0"/>
              <a:t>Texte</a:t>
            </a:r>
          </a:p>
          <a:p>
            <a:pPr lvl="1"/>
            <a:endParaRPr lang="fr-FR" dirty="0"/>
          </a:p>
        </p:txBody>
      </p:sp>
      <p:sp>
        <p:nvSpPr>
          <p:cNvPr id="3" name="Espace réservé pour une image  2"/>
          <p:cNvSpPr>
            <a:spLocks noGrp="1"/>
          </p:cNvSpPr>
          <p:nvPr>
            <p:ph type="pic" sz="quarter" idx="14"/>
          </p:nvPr>
        </p:nvSpPr>
        <p:spPr>
          <a:xfrm>
            <a:off x="6388100" y="1549401"/>
            <a:ext cx="4800600" cy="3517900"/>
          </a:xfrm>
          <a:prstGeom prst="rect">
            <a:avLst/>
          </a:prstGeom>
        </p:spPr>
        <p:txBody>
          <a:bodyPr/>
          <a:lstStyle/>
          <a:p>
            <a:endParaRPr lang="fr-FR"/>
          </a:p>
        </p:txBody>
      </p:sp>
      <p:sp>
        <p:nvSpPr>
          <p:cNvPr id="11" name="Espace réservé du texte 10"/>
          <p:cNvSpPr>
            <a:spLocks noGrp="1"/>
          </p:cNvSpPr>
          <p:nvPr>
            <p:ph type="body" sz="quarter" idx="15"/>
          </p:nvPr>
        </p:nvSpPr>
        <p:spPr>
          <a:xfrm>
            <a:off x="6388100" y="5324486"/>
            <a:ext cx="4800600" cy="282949"/>
          </a:xfrm>
          <a:prstGeom prst="rect">
            <a:avLst/>
          </a:prstGeom>
        </p:spPr>
        <p:txBody>
          <a:bodyPr/>
          <a:lstStyle>
            <a:lvl1pPr marL="0" indent="0">
              <a:buFontTx/>
              <a:buNone/>
              <a:defRPr sz="900">
                <a:solidFill>
                  <a:srgbClr val="702082"/>
                </a:solidFill>
                <a:latin typeface="Nexa Bold" charset="0"/>
                <a:ea typeface="Nexa Bold" charset="0"/>
                <a:cs typeface="Nexa Bold" charset="0"/>
              </a:defRPr>
            </a:lvl1pPr>
          </a:lstStyle>
          <a:p>
            <a:pPr lvl="0"/>
            <a:endParaRPr lang="fr-FR" dirty="0"/>
          </a:p>
        </p:txBody>
      </p:sp>
      <p:sp>
        <p:nvSpPr>
          <p:cNvPr id="14" name="Espace réservé du texte 10"/>
          <p:cNvSpPr>
            <a:spLocks noGrp="1"/>
          </p:cNvSpPr>
          <p:nvPr>
            <p:ph type="body" sz="quarter" idx="16"/>
          </p:nvPr>
        </p:nvSpPr>
        <p:spPr>
          <a:xfrm>
            <a:off x="6388100" y="5609116"/>
            <a:ext cx="4800600" cy="390525"/>
          </a:xfrm>
          <a:prstGeom prst="rect">
            <a:avLst/>
          </a:prstGeom>
        </p:spPr>
        <p:txBody>
          <a:bodyPr/>
          <a:lstStyle>
            <a:lvl1pPr marL="0" indent="0">
              <a:buFontTx/>
              <a:buNone/>
              <a:defRPr sz="900">
                <a:solidFill>
                  <a:schemeClr val="tx1"/>
                </a:solidFill>
                <a:latin typeface="Nexa Light" charset="0"/>
                <a:ea typeface="Nexa Light" charset="0"/>
                <a:cs typeface="Nexa Light" charset="0"/>
              </a:defRPr>
            </a:lvl1pPr>
          </a:lstStyle>
          <a:p>
            <a:pPr lvl="0"/>
            <a:endParaRPr lang="fr-FR" dirty="0"/>
          </a:p>
        </p:txBody>
      </p:sp>
      <p:sp>
        <p:nvSpPr>
          <p:cNvPr id="2" name="Espace réservé du numéro de diapositive 5">
            <a:extLst>
              <a:ext uri="{FF2B5EF4-FFF2-40B4-BE49-F238E27FC236}">
                <a16:creationId xmlns:a16="http://schemas.microsoft.com/office/drawing/2014/main" id="{A54E68C2-4B87-787E-9680-4FD8CA536C0F}"/>
              </a:ext>
            </a:extLst>
          </p:cNvPr>
          <p:cNvSpPr>
            <a:spLocks noGrp="1"/>
          </p:cNvSpPr>
          <p:nvPr>
            <p:ph type="sldNum" sz="quarter" idx="12"/>
          </p:nvPr>
        </p:nvSpPr>
        <p:spPr>
          <a:xfrm>
            <a:off x="8737600" y="6356352"/>
            <a:ext cx="2844800" cy="365125"/>
          </a:xfrm>
        </p:spPr>
        <p:txBody>
          <a:bodyPr/>
          <a:lstStyle/>
          <a:p>
            <a:fld id="{B6E69D5D-3C54-E347-B3D4-70BDFA7C6521}" type="slidenum">
              <a:rPr lang="fr-FR" smtClean="0"/>
              <a:t>‹#›</a:t>
            </a:fld>
            <a:endParaRPr lang="fr-FR"/>
          </a:p>
        </p:txBody>
      </p:sp>
    </p:spTree>
    <p:extLst>
      <p:ext uri="{BB962C8B-B14F-4D97-AF65-F5344CB8AC3E}">
        <p14:creationId xmlns:p14="http://schemas.microsoft.com/office/powerpoint/2010/main" val="155684089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0_Page_Txt+img 1">
    <p:spTree>
      <p:nvGrpSpPr>
        <p:cNvPr id="1" name=""/>
        <p:cNvGrpSpPr/>
        <p:nvPr/>
      </p:nvGrpSpPr>
      <p:grpSpPr>
        <a:xfrm>
          <a:off x="0" y="0"/>
          <a:ext cx="0" cy="0"/>
          <a:chOff x="0" y="0"/>
          <a:chExt cx="0" cy="0"/>
        </a:xfrm>
      </p:grpSpPr>
      <p:sp>
        <p:nvSpPr>
          <p:cNvPr id="4" name="Espace réservé du texte 3"/>
          <p:cNvSpPr>
            <a:spLocks noGrp="1"/>
          </p:cNvSpPr>
          <p:nvPr>
            <p:ph type="body" sz="quarter" idx="10"/>
          </p:nvPr>
        </p:nvSpPr>
        <p:spPr>
          <a:xfrm>
            <a:off x="635003" y="317500"/>
            <a:ext cx="2019300" cy="381000"/>
          </a:xfrm>
          <a:prstGeom prst="rect">
            <a:avLst/>
          </a:prstGeom>
        </p:spPr>
        <p:txBody>
          <a:bodyPr anchor="ctr"/>
          <a:lstStyle>
            <a:lvl1pPr marL="0" indent="0">
              <a:buNone/>
              <a:defRPr sz="1351">
                <a:solidFill>
                  <a:srgbClr val="702082"/>
                </a:solidFill>
                <a:latin typeface="Nexa Bold" charset="0"/>
                <a:ea typeface="Nexa Bold" charset="0"/>
                <a:cs typeface="Nexa Bold" charset="0"/>
              </a:defRPr>
            </a:lvl1pPr>
          </a:lstStyle>
          <a:p>
            <a:pPr lvl="0"/>
            <a:endParaRPr lang="fr-FR"/>
          </a:p>
        </p:txBody>
      </p:sp>
      <p:sp>
        <p:nvSpPr>
          <p:cNvPr id="12" name="Espace réservé du texte 3"/>
          <p:cNvSpPr>
            <a:spLocks noGrp="1"/>
          </p:cNvSpPr>
          <p:nvPr>
            <p:ph type="body" sz="quarter" idx="11"/>
          </p:nvPr>
        </p:nvSpPr>
        <p:spPr>
          <a:xfrm>
            <a:off x="2946403" y="317500"/>
            <a:ext cx="2019300" cy="381000"/>
          </a:xfrm>
          <a:prstGeom prst="rect">
            <a:avLst/>
          </a:prstGeom>
        </p:spPr>
        <p:txBody>
          <a:bodyPr anchor="ctr"/>
          <a:lstStyle>
            <a:lvl1pPr marL="0" indent="0">
              <a:buNone/>
              <a:defRPr sz="1351">
                <a:solidFill>
                  <a:schemeClr val="tx1"/>
                </a:solidFill>
                <a:latin typeface="Nexa Light" charset="0"/>
                <a:ea typeface="Nexa Light" charset="0"/>
                <a:cs typeface="Nexa Light" charset="0"/>
              </a:defRPr>
            </a:lvl1pPr>
          </a:lstStyle>
          <a:p>
            <a:pPr lvl="0"/>
            <a:endParaRPr lang="fr-FR" dirty="0"/>
          </a:p>
        </p:txBody>
      </p:sp>
      <p:sp>
        <p:nvSpPr>
          <p:cNvPr id="5" name="Espace réservé du texte 4"/>
          <p:cNvSpPr>
            <a:spLocks noGrp="1"/>
          </p:cNvSpPr>
          <p:nvPr>
            <p:ph type="body" sz="quarter" idx="13" hasCustomPrompt="1"/>
          </p:nvPr>
        </p:nvSpPr>
        <p:spPr>
          <a:xfrm>
            <a:off x="1028700" y="1549401"/>
            <a:ext cx="5003800" cy="3517900"/>
          </a:xfrm>
          <a:prstGeom prst="rect">
            <a:avLst/>
          </a:prstGeom>
        </p:spPr>
        <p:txBody>
          <a:bodyPr/>
          <a:lstStyle>
            <a:lvl1pPr marL="0" indent="0">
              <a:lnSpc>
                <a:spcPct val="150000"/>
              </a:lnSpc>
              <a:buNone/>
              <a:defRPr sz="1351">
                <a:solidFill>
                  <a:srgbClr val="702082"/>
                </a:solidFill>
                <a:latin typeface="Nexa Bold" charset="0"/>
                <a:ea typeface="Nexa Bold" charset="0"/>
                <a:cs typeface="Nexa Bold" charset="0"/>
              </a:defRPr>
            </a:lvl1pPr>
            <a:lvl2pPr marL="342866" indent="0">
              <a:lnSpc>
                <a:spcPct val="80000"/>
              </a:lnSpc>
              <a:buFontTx/>
              <a:buNone/>
              <a:defRPr sz="1125">
                <a:solidFill>
                  <a:schemeClr val="tx1"/>
                </a:solidFill>
                <a:latin typeface="Nexa Light" charset="0"/>
                <a:ea typeface="Nexa Light" charset="0"/>
                <a:cs typeface="Nexa Light" charset="0"/>
              </a:defRPr>
            </a:lvl2pPr>
          </a:lstStyle>
          <a:p>
            <a:pPr lvl="0"/>
            <a:r>
              <a:rPr lang="fr-FR" dirty="0"/>
              <a:t>Titre</a:t>
            </a:r>
          </a:p>
          <a:p>
            <a:pPr lvl="1"/>
            <a:r>
              <a:rPr lang="fr-FR" dirty="0"/>
              <a:t>Texte</a:t>
            </a:r>
          </a:p>
          <a:p>
            <a:pPr lvl="1"/>
            <a:endParaRPr lang="fr-FR" dirty="0"/>
          </a:p>
        </p:txBody>
      </p:sp>
      <p:sp>
        <p:nvSpPr>
          <p:cNvPr id="3" name="Espace réservé pour une image  2"/>
          <p:cNvSpPr>
            <a:spLocks noGrp="1"/>
          </p:cNvSpPr>
          <p:nvPr>
            <p:ph type="pic" sz="quarter" idx="14"/>
          </p:nvPr>
        </p:nvSpPr>
        <p:spPr>
          <a:xfrm>
            <a:off x="6388100" y="1549401"/>
            <a:ext cx="4800600" cy="3517900"/>
          </a:xfrm>
          <a:prstGeom prst="rect">
            <a:avLst/>
          </a:prstGeom>
        </p:spPr>
        <p:txBody>
          <a:bodyPr/>
          <a:lstStyle/>
          <a:p>
            <a:endParaRPr lang="fr-FR"/>
          </a:p>
        </p:txBody>
      </p:sp>
      <p:sp>
        <p:nvSpPr>
          <p:cNvPr id="11" name="Espace réservé du texte 10"/>
          <p:cNvSpPr>
            <a:spLocks noGrp="1"/>
          </p:cNvSpPr>
          <p:nvPr>
            <p:ph type="body" sz="quarter" idx="15"/>
          </p:nvPr>
        </p:nvSpPr>
        <p:spPr>
          <a:xfrm>
            <a:off x="6388100" y="5324486"/>
            <a:ext cx="4800600" cy="282949"/>
          </a:xfrm>
          <a:prstGeom prst="rect">
            <a:avLst/>
          </a:prstGeom>
        </p:spPr>
        <p:txBody>
          <a:bodyPr/>
          <a:lstStyle>
            <a:lvl1pPr marL="0" indent="0">
              <a:buFontTx/>
              <a:buNone/>
              <a:defRPr sz="900">
                <a:solidFill>
                  <a:srgbClr val="702082"/>
                </a:solidFill>
                <a:latin typeface="Nexa Bold" charset="0"/>
                <a:ea typeface="Nexa Bold" charset="0"/>
                <a:cs typeface="Nexa Bold" charset="0"/>
              </a:defRPr>
            </a:lvl1pPr>
          </a:lstStyle>
          <a:p>
            <a:pPr lvl="0"/>
            <a:endParaRPr lang="fr-FR" dirty="0"/>
          </a:p>
        </p:txBody>
      </p:sp>
      <p:sp>
        <p:nvSpPr>
          <p:cNvPr id="14" name="Espace réservé du texte 10"/>
          <p:cNvSpPr>
            <a:spLocks noGrp="1"/>
          </p:cNvSpPr>
          <p:nvPr>
            <p:ph type="body" sz="quarter" idx="16"/>
          </p:nvPr>
        </p:nvSpPr>
        <p:spPr>
          <a:xfrm>
            <a:off x="6388100" y="5609116"/>
            <a:ext cx="4800600" cy="390525"/>
          </a:xfrm>
          <a:prstGeom prst="rect">
            <a:avLst/>
          </a:prstGeom>
        </p:spPr>
        <p:txBody>
          <a:bodyPr/>
          <a:lstStyle>
            <a:lvl1pPr marL="0" indent="0">
              <a:buFontTx/>
              <a:buNone/>
              <a:defRPr sz="900">
                <a:solidFill>
                  <a:schemeClr val="tx1"/>
                </a:solidFill>
                <a:latin typeface="Nexa Light" charset="0"/>
                <a:ea typeface="Nexa Light" charset="0"/>
                <a:cs typeface="Nexa Light" charset="0"/>
              </a:defRPr>
            </a:lvl1pPr>
          </a:lstStyle>
          <a:p>
            <a:pPr lvl="0"/>
            <a:endParaRPr lang="fr-FR" dirty="0"/>
          </a:p>
        </p:txBody>
      </p:sp>
      <p:sp>
        <p:nvSpPr>
          <p:cNvPr id="2" name="Espace réservé du numéro de diapositive 5">
            <a:extLst>
              <a:ext uri="{FF2B5EF4-FFF2-40B4-BE49-F238E27FC236}">
                <a16:creationId xmlns:a16="http://schemas.microsoft.com/office/drawing/2014/main" id="{4796D7C8-BB8C-73B5-0344-6092DE3C1BDB}"/>
              </a:ext>
            </a:extLst>
          </p:cNvPr>
          <p:cNvSpPr>
            <a:spLocks noGrp="1"/>
          </p:cNvSpPr>
          <p:nvPr>
            <p:ph type="sldNum" sz="quarter" idx="12"/>
          </p:nvPr>
        </p:nvSpPr>
        <p:spPr>
          <a:xfrm>
            <a:off x="8737600" y="6356352"/>
            <a:ext cx="2844800" cy="365125"/>
          </a:xfrm>
        </p:spPr>
        <p:txBody>
          <a:bodyPr/>
          <a:lstStyle/>
          <a:p>
            <a:fld id="{B6E69D5D-3C54-E347-B3D4-70BDFA7C6521}" type="slidenum">
              <a:rPr lang="fr-FR" smtClean="0"/>
              <a:t>‹#›</a:t>
            </a:fld>
            <a:endParaRPr lang="fr-FR"/>
          </a:p>
        </p:txBody>
      </p:sp>
    </p:spTree>
    <p:extLst>
      <p:ext uri="{BB962C8B-B14F-4D97-AF65-F5344CB8AC3E}">
        <p14:creationId xmlns:p14="http://schemas.microsoft.com/office/powerpoint/2010/main" val="403364449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1_Page_Txt+img 1">
    <p:spTree>
      <p:nvGrpSpPr>
        <p:cNvPr id="1" name=""/>
        <p:cNvGrpSpPr/>
        <p:nvPr/>
      </p:nvGrpSpPr>
      <p:grpSpPr>
        <a:xfrm>
          <a:off x="0" y="0"/>
          <a:ext cx="0" cy="0"/>
          <a:chOff x="0" y="0"/>
          <a:chExt cx="0" cy="0"/>
        </a:xfrm>
      </p:grpSpPr>
      <p:sp>
        <p:nvSpPr>
          <p:cNvPr id="4" name="Espace réservé du texte 3"/>
          <p:cNvSpPr>
            <a:spLocks noGrp="1"/>
          </p:cNvSpPr>
          <p:nvPr>
            <p:ph type="body" sz="quarter" idx="10"/>
          </p:nvPr>
        </p:nvSpPr>
        <p:spPr>
          <a:xfrm>
            <a:off x="635003" y="317500"/>
            <a:ext cx="2019300" cy="381000"/>
          </a:xfrm>
          <a:prstGeom prst="rect">
            <a:avLst/>
          </a:prstGeom>
        </p:spPr>
        <p:txBody>
          <a:bodyPr anchor="ctr"/>
          <a:lstStyle>
            <a:lvl1pPr marL="0" indent="0">
              <a:buNone/>
              <a:defRPr sz="1351">
                <a:solidFill>
                  <a:srgbClr val="702082"/>
                </a:solidFill>
                <a:latin typeface="Nexa Bold" charset="0"/>
                <a:ea typeface="Nexa Bold" charset="0"/>
                <a:cs typeface="Nexa Bold" charset="0"/>
              </a:defRPr>
            </a:lvl1pPr>
          </a:lstStyle>
          <a:p>
            <a:pPr lvl="0"/>
            <a:endParaRPr lang="fr-FR"/>
          </a:p>
        </p:txBody>
      </p:sp>
      <p:sp>
        <p:nvSpPr>
          <p:cNvPr id="12" name="Espace réservé du texte 3"/>
          <p:cNvSpPr>
            <a:spLocks noGrp="1"/>
          </p:cNvSpPr>
          <p:nvPr>
            <p:ph type="body" sz="quarter" idx="11"/>
          </p:nvPr>
        </p:nvSpPr>
        <p:spPr>
          <a:xfrm>
            <a:off x="2946403" y="317500"/>
            <a:ext cx="2019300" cy="381000"/>
          </a:xfrm>
          <a:prstGeom prst="rect">
            <a:avLst/>
          </a:prstGeom>
        </p:spPr>
        <p:txBody>
          <a:bodyPr anchor="ctr"/>
          <a:lstStyle>
            <a:lvl1pPr marL="0" indent="0">
              <a:buNone/>
              <a:defRPr sz="1351">
                <a:solidFill>
                  <a:schemeClr val="tx1"/>
                </a:solidFill>
                <a:latin typeface="Nexa Light" charset="0"/>
                <a:ea typeface="Nexa Light" charset="0"/>
                <a:cs typeface="Nexa Light" charset="0"/>
              </a:defRPr>
            </a:lvl1pPr>
          </a:lstStyle>
          <a:p>
            <a:pPr lvl="0"/>
            <a:endParaRPr lang="fr-FR" dirty="0"/>
          </a:p>
        </p:txBody>
      </p:sp>
      <p:sp>
        <p:nvSpPr>
          <p:cNvPr id="5" name="Espace réservé du texte 4"/>
          <p:cNvSpPr>
            <a:spLocks noGrp="1"/>
          </p:cNvSpPr>
          <p:nvPr>
            <p:ph type="body" sz="quarter" idx="13" hasCustomPrompt="1"/>
          </p:nvPr>
        </p:nvSpPr>
        <p:spPr>
          <a:xfrm>
            <a:off x="1028700" y="1549401"/>
            <a:ext cx="5003800" cy="3517900"/>
          </a:xfrm>
          <a:prstGeom prst="rect">
            <a:avLst/>
          </a:prstGeom>
        </p:spPr>
        <p:txBody>
          <a:bodyPr/>
          <a:lstStyle>
            <a:lvl1pPr marL="0" indent="0">
              <a:lnSpc>
                <a:spcPct val="150000"/>
              </a:lnSpc>
              <a:buNone/>
              <a:defRPr sz="1351">
                <a:solidFill>
                  <a:srgbClr val="702082"/>
                </a:solidFill>
                <a:latin typeface="Nexa Bold" charset="0"/>
                <a:ea typeface="Nexa Bold" charset="0"/>
                <a:cs typeface="Nexa Bold" charset="0"/>
              </a:defRPr>
            </a:lvl1pPr>
            <a:lvl2pPr marL="342866" indent="0">
              <a:lnSpc>
                <a:spcPct val="80000"/>
              </a:lnSpc>
              <a:buFontTx/>
              <a:buNone/>
              <a:defRPr sz="1125">
                <a:solidFill>
                  <a:schemeClr val="tx1"/>
                </a:solidFill>
                <a:latin typeface="Nexa Light" charset="0"/>
                <a:ea typeface="Nexa Light" charset="0"/>
                <a:cs typeface="Nexa Light" charset="0"/>
              </a:defRPr>
            </a:lvl2pPr>
          </a:lstStyle>
          <a:p>
            <a:pPr lvl="0"/>
            <a:r>
              <a:rPr lang="fr-FR" dirty="0"/>
              <a:t>Titre</a:t>
            </a:r>
          </a:p>
          <a:p>
            <a:pPr lvl="1"/>
            <a:r>
              <a:rPr lang="fr-FR" dirty="0"/>
              <a:t>Texte</a:t>
            </a:r>
          </a:p>
          <a:p>
            <a:pPr lvl="1"/>
            <a:endParaRPr lang="fr-FR" dirty="0"/>
          </a:p>
        </p:txBody>
      </p:sp>
      <p:sp>
        <p:nvSpPr>
          <p:cNvPr id="3" name="Espace réservé pour une image  2"/>
          <p:cNvSpPr>
            <a:spLocks noGrp="1"/>
          </p:cNvSpPr>
          <p:nvPr>
            <p:ph type="pic" sz="quarter" idx="14"/>
          </p:nvPr>
        </p:nvSpPr>
        <p:spPr>
          <a:xfrm>
            <a:off x="6388100" y="1549401"/>
            <a:ext cx="4800600" cy="3517900"/>
          </a:xfrm>
          <a:prstGeom prst="rect">
            <a:avLst/>
          </a:prstGeom>
        </p:spPr>
        <p:txBody>
          <a:bodyPr/>
          <a:lstStyle/>
          <a:p>
            <a:endParaRPr lang="fr-FR"/>
          </a:p>
        </p:txBody>
      </p:sp>
      <p:sp>
        <p:nvSpPr>
          <p:cNvPr id="11" name="Espace réservé du texte 10"/>
          <p:cNvSpPr>
            <a:spLocks noGrp="1"/>
          </p:cNvSpPr>
          <p:nvPr>
            <p:ph type="body" sz="quarter" idx="15"/>
          </p:nvPr>
        </p:nvSpPr>
        <p:spPr>
          <a:xfrm>
            <a:off x="6388100" y="5324486"/>
            <a:ext cx="4800600" cy="282949"/>
          </a:xfrm>
          <a:prstGeom prst="rect">
            <a:avLst/>
          </a:prstGeom>
        </p:spPr>
        <p:txBody>
          <a:bodyPr/>
          <a:lstStyle>
            <a:lvl1pPr marL="0" indent="0">
              <a:buFontTx/>
              <a:buNone/>
              <a:defRPr sz="900">
                <a:solidFill>
                  <a:srgbClr val="702082"/>
                </a:solidFill>
                <a:latin typeface="Nexa Bold" charset="0"/>
                <a:ea typeface="Nexa Bold" charset="0"/>
                <a:cs typeface="Nexa Bold" charset="0"/>
              </a:defRPr>
            </a:lvl1pPr>
          </a:lstStyle>
          <a:p>
            <a:pPr lvl="0"/>
            <a:endParaRPr lang="fr-FR" dirty="0"/>
          </a:p>
        </p:txBody>
      </p:sp>
      <p:sp>
        <p:nvSpPr>
          <p:cNvPr id="14" name="Espace réservé du texte 10"/>
          <p:cNvSpPr>
            <a:spLocks noGrp="1"/>
          </p:cNvSpPr>
          <p:nvPr>
            <p:ph type="body" sz="quarter" idx="16"/>
          </p:nvPr>
        </p:nvSpPr>
        <p:spPr>
          <a:xfrm>
            <a:off x="6388100" y="5609116"/>
            <a:ext cx="4800600" cy="390525"/>
          </a:xfrm>
          <a:prstGeom prst="rect">
            <a:avLst/>
          </a:prstGeom>
        </p:spPr>
        <p:txBody>
          <a:bodyPr/>
          <a:lstStyle>
            <a:lvl1pPr marL="0" indent="0">
              <a:buFontTx/>
              <a:buNone/>
              <a:defRPr sz="900">
                <a:solidFill>
                  <a:schemeClr val="tx1"/>
                </a:solidFill>
                <a:latin typeface="Nexa Light" charset="0"/>
                <a:ea typeface="Nexa Light" charset="0"/>
                <a:cs typeface="Nexa Light" charset="0"/>
              </a:defRPr>
            </a:lvl1pPr>
          </a:lstStyle>
          <a:p>
            <a:pPr lvl="0"/>
            <a:endParaRPr lang="fr-FR" dirty="0"/>
          </a:p>
        </p:txBody>
      </p:sp>
      <p:sp>
        <p:nvSpPr>
          <p:cNvPr id="2" name="Espace réservé du numéro de diapositive 5">
            <a:extLst>
              <a:ext uri="{FF2B5EF4-FFF2-40B4-BE49-F238E27FC236}">
                <a16:creationId xmlns:a16="http://schemas.microsoft.com/office/drawing/2014/main" id="{7BC3747C-E99C-5A82-B3D0-13750B286DBB}"/>
              </a:ext>
            </a:extLst>
          </p:cNvPr>
          <p:cNvSpPr>
            <a:spLocks noGrp="1"/>
          </p:cNvSpPr>
          <p:nvPr>
            <p:ph type="sldNum" sz="quarter" idx="12"/>
          </p:nvPr>
        </p:nvSpPr>
        <p:spPr>
          <a:xfrm>
            <a:off x="8737600" y="6356352"/>
            <a:ext cx="2844800" cy="365125"/>
          </a:xfrm>
        </p:spPr>
        <p:txBody>
          <a:bodyPr/>
          <a:lstStyle/>
          <a:p>
            <a:fld id="{B6E69D5D-3C54-E347-B3D4-70BDFA7C6521}" type="slidenum">
              <a:rPr lang="fr-FR" smtClean="0"/>
              <a:t>‹#›</a:t>
            </a:fld>
            <a:endParaRPr lang="fr-FR"/>
          </a:p>
        </p:txBody>
      </p:sp>
    </p:spTree>
    <p:extLst>
      <p:ext uri="{BB962C8B-B14F-4D97-AF65-F5344CB8AC3E}">
        <p14:creationId xmlns:p14="http://schemas.microsoft.com/office/powerpoint/2010/main" val="35519429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544CF3AC-C441-DE55-856F-180AE33E44C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8A7269C-BCA9-3CE7-B838-C8F901D7DAD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ED5567F3-32E2-177B-4644-4D81343479C5}"/>
              </a:ext>
            </a:extLst>
          </p:cNvPr>
          <p:cNvSpPr>
            <a:spLocks noGrp="1" noChangeArrowheads="1"/>
          </p:cNvSpPr>
          <p:nvPr>
            <p:ph type="sldNum" sz="quarter" idx="12"/>
          </p:nvPr>
        </p:nvSpPr>
        <p:spPr>
          <a:ln/>
        </p:spPr>
        <p:txBody>
          <a:bodyPr/>
          <a:lstStyle>
            <a:lvl1pPr>
              <a:defRPr/>
            </a:lvl1pPr>
          </a:lstStyle>
          <a:p>
            <a:fld id="{A28531EF-5889-42DE-83EB-E4AD93CF94E7}" type="slidenum">
              <a:rPr lang="en-US" altLang="en-US"/>
              <a:pPr/>
              <a:t>‹#›</a:t>
            </a:fld>
            <a:endParaRPr lang="en-US" altLang="en-US"/>
          </a:p>
        </p:txBody>
      </p:sp>
    </p:spTree>
    <p:extLst>
      <p:ext uri="{BB962C8B-B14F-4D97-AF65-F5344CB8AC3E}">
        <p14:creationId xmlns:p14="http://schemas.microsoft.com/office/powerpoint/2010/main" val="302080711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9E2BECBD-1633-0C7B-8030-A1B91122436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C2532B4-4EDD-9ECA-AED1-A2A3D53925F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0FCCCAB-176D-2F85-19C5-1131E5A30445}"/>
              </a:ext>
            </a:extLst>
          </p:cNvPr>
          <p:cNvSpPr>
            <a:spLocks noGrp="1" noChangeArrowheads="1"/>
          </p:cNvSpPr>
          <p:nvPr>
            <p:ph type="sldNum" sz="quarter" idx="12"/>
          </p:nvPr>
        </p:nvSpPr>
        <p:spPr>
          <a:ln/>
        </p:spPr>
        <p:txBody>
          <a:bodyPr/>
          <a:lstStyle>
            <a:lvl1pPr>
              <a:defRPr/>
            </a:lvl1pPr>
          </a:lstStyle>
          <a:p>
            <a:fld id="{A60B105B-BECE-42AD-804F-29DE71BF3BAE}" type="slidenum">
              <a:rPr lang="en-US" altLang="en-US"/>
              <a:pPr/>
              <a:t>‹#›</a:t>
            </a:fld>
            <a:endParaRPr lang="en-US" altLang="en-US"/>
          </a:p>
        </p:txBody>
      </p:sp>
    </p:spTree>
    <p:extLst>
      <p:ext uri="{BB962C8B-B14F-4D97-AF65-F5344CB8AC3E}">
        <p14:creationId xmlns:p14="http://schemas.microsoft.com/office/powerpoint/2010/main" val="97791178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69B63E3D-64AD-46FC-74A0-B563FA3C2C4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4A80277-7AB8-06B8-7B7B-BEDAF4735D1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066073C4-C7F4-2E20-E6E3-0DD54A74CDC8}"/>
              </a:ext>
            </a:extLst>
          </p:cNvPr>
          <p:cNvSpPr>
            <a:spLocks noGrp="1" noChangeArrowheads="1"/>
          </p:cNvSpPr>
          <p:nvPr>
            <p:ph type="sldNum" sz="quarter" idx="12"/>
          </p:nvPr>
        </p:nvSpPr>
        <p:spPr>
          <a:ln/>
        </p:spPr>
        <p:txBody>
          <a:bodyPr/>
          <a:lstStyle>
            <a:lvl1pPr>
              <a:defRPr/>
            </a:lvl1pPr>
          </a:lstStyle>
          <a:p>
            <a:fld id="{A8447178-EF9D-4592-9342-9AE64F27FC0D}" type="slidenum">
              <a:rPr lang="en-US" altLang="en-US"/>
              <a:pPr/>
              <a:t>‹#›</a:t>
            </a:fld>
            <a:endParaRPr lang="en-US" altLang="en-US"/>
          </a:p>
        </p:txBody>
      </p:sp>
    </p:spTree>
    <p:extLst>
      <p:ext uri="{BB962C8B-B14F-4D97-AF65-F5344CB8AC3E}">
        <p14:creationId xmlns:p14="http://schemas.microsoft.com/office/powerpoint/2010/main" val="286632007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5E3E6768-F318-2AD3-9125-B5DC20581F8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03D9BFB4-7A9A-4CD9-D584-2551B791CDB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EC86C8A4-2888-4478-9F67-AB3DB8FCA242}"/>
              </a:ext>
            </a:extLst>
          </p:cNvPr>
          <p:cNvSpPr>
            <a:spLocks noGrp="1" noChangeArrowheads="1"/>
          </p:cNvSpPr>
          <p:nvPr>
            <p:ph type="sldNum" sz="quarter" idx="12"/>
          </p:nvPr>
        </p:nvSpPr>
        <p:spPr>
          <a:ln/>
        </p:spPr>
        <p:txBody>
          <a:bodyPr/>
          <a:lstStyle>
            <a:lvl1pPr>
              <a:defRPr/>
            </a:lvl1pPr>
          </a:lstStyle>
          <a:p>
            <a:fld id="{E6986BD2-FD13-4019-B72A-8217B1693604}" type="slidenum">
              <a:rPr lang="en-US" altLang="en-US"/>
              <a:pPr/>
              <a:t>‹#›</a:t>
            </a:fld>
            <a:endParaRPr lang="en-US" altLang="en-US"/>
          </a:p>
        </p:txBody>
      </p:sp>
    </p:spTree>
    <p:extLst>
      <p:ext uri="{BB962C8B-B14F-4D97-AF65-F5344CB8AC3E}">
        <p14:creationId xmlns:p14="http://schemas.microsoft.com/office/powerpoint/2010/main" val="289119598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68C68978-41F3-B2C6-6670-6C40B2E7F942}"/>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EFC20EB3-A127-2E5F-EFC3-8CDF2A44390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4A4E05C3-CFAF-0315-2649-0861A864EB29}"/>
              </a:ext>
            </a:extLst>
          </p:cNvPr>
          <p:cNvSpPr>
            <a:spLocks noGrp="1" noChangeArrowheads="1"/>
          </p:cNvSpPr>
          <p:nvPr>
            <p:ph type="sldNum" sz="quarter" idx="12"/>
          </p:nvPr>
        </p:nvSpPr>
        <p:spPr>
          <a:ln/>
        </p:spPr>
        <p:txBody>
          <a:bodyPr/>
          <a:lstStyle>
            <a:lvl1pPr>
              <a:defRPr/>
            </a:lvl1pPr>
          </a:lstStyle>
          <a:p>
            <a:fld id="{4B05C474-1BE4-4C52-A204-FB730C8C1FEF}" type="slidenum">
              <a:rPr lang="en-US" altLang="en-US"/>
              <a:pPr/>
              <a:t>‹#›</a:t>
            </a:fld>
            <a:endParaRPr lang="en-US" altLang="en-US"/>
          </a:p>
        </p:txBody>
      </p:sp>
    </p:spTree>
    <p:extLst>
      <p:ext uri="{BB962C8B-B14F-4D97-AF65-F5344CB8AC3E}">
        <p14:creationId xmlns:p14="http://schemas.microsoft.com/office/powerpoint/2010/main" val="20731991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6CF15887-C449-E9D1-1748-F95E397BD660}"/>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F9F2EACE-50BD-F513-A3A7-85C4DA3F252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A9AAD695-DF97-2A9A-35BF-7C7D043AE963}"/>
              </a:ext>
            </a:extLst>
          </p:cNvPr>
          <p:cNvSpPr>
            <a:spLocks noGrp="1" noChangeArrowheads="1"/>
          </p:cNvSpPr>
          <p:nvPr>
            <p:ph type="sldNum" sz="quarter" idx="12"/>
          </p:nvPr>
        </p:nvSpPr>
        <p:spPr>
          <a:ln/>
        </p:spPr>
        <p:txBody>
          <a:bodyPr/>
          <a:lstStyle>
            <a:lvl1pPr>
              <a:defRPr/>
            </a:lvl1pPr>
          </a:lstStyle>
          <a:p>
            <a:fld id="{BED8A8CB-88B0-4A99-955C-78ED1CD276E3}" type="slidenum">
              <a:rPr lang="en-US" altLang="en-US"/>
              <a:pPr/>
              <a:t>‹#›</a:t>
            </a:fld>
            <a:endParaRPr lang="en-US" altLang="en-US"/>
          </a:p>
        </p:txBody>
      </p:sp>
    </p:spTree>
    <p:extLst>
      <p:ext uri="{BB962C8B-B14F-4D97-AF65-F5344CB8AC3E}">
        <p14:creationId xmlns:p14="http://schemas.microsoft.com/office/powerpoint/2010/main" val="303127771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C528FE79-0607-3229-2286-ADBDD74F203A}"/>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AF29EFBC-079E-99AB-2566-7676368A370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AD61F230-134C-0F25-53DD-6D0B3552D586}"/>
              </a:ext>
            </a:extLst>
          </p:cNvPr>
          <p:cNvSpPr>
            <a:spLocks noGrp="1" noChangeArrowheads="1"/>
          </p:cNvSpPr>
          <p:nvPr>
            <p:ph type="sldNum" sz="quarter" idx="12"/>
          </p:nvPr>
        </p:nvSpPr>
        <p:spPr>
          <a:ln/>
        </p:spPr>
        <p:txBody>
          <a:bodyPr/>
          <a:lstStyle>
            <a:lvl1pPr>
              <a:defRPr/>
            </a:lvl1pPr>
          </a:lstStyle>
          <a:p>
            <a:fld id="{DCEE2F66-608E-4BBB-AE23-0DCD2BA2F983}" type="slidenum">
              <a:rPr lang="en-US" altLang="en-US"/>
              <a:pPr/>
              <a:t>‹#›</a:t>
            </a:fld>
            <a:endParaRPr lang="en-US" altLang="en-US"/>
          </a:p>
        </p:txBody>
      </p:sp>
    </p:spTree>
    <p:extLst>
      <p:ext uri="{BB962C8B-B14F-4D97-AF65-F5344CB8AC3E}">
        <p14:creationId xmlns:p14="http://schemas.microsoft.com/office/powerpoint/2010/main" val="204238748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73FFA965-E772-1E48-F853-409D0AE0DCB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38718B42-C53F-03F1-75F3-D7A02A2ACDD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424FDD33-A8D8-F9F1-05A1-5C454EC2EF8A}"/>
              </a:ext>
            </a:extLst>
          </p:cNvPr>
          <p:cNvSpPr>
            <a:spLocks noGrp="1" noChangeArrowheads="1"/>
          </p:cNvSpPr>
          <p:nvPr>
            <p:ph type="sldNum" sz="quarter" idx="12"/>
          </p:nvPr>
        </p:nvSpPr>
        <p:spPr>
          <a:ln/>
        </p:spPr>
        <p:txBody>
          <a:bodyPr/>
          <a:lstStyle>
            <a:lvl1pPr>
              <a:defRPr/>
            </a:lvl1pPr>
          </a:lstStyle>
          <a:p>
            <a:fld id="{686F4150-6068-46E4-9CC3-AAD443BDAA4D}" type="slidenum">
              <a:rPr lang="en-US" altLang="en-US"/>
              <a:pPr/>
              <a:t>‹#›</a:t>
            </a:fld>
            <a:endParaRPr lang="en-US" altLang="en-US"/>
          </a:p>
        </p:txBody>
      </p:sp>
    </p:spTree>
    <p:extLst>
      <p:ext uri="{BB962C8B-B14F-4D97-AF65-F5344CB8AC3E}">
        <p14:creationId xmlns:p14="http://schemas.microsoft.com/office/powerpoint/2010/main" val="310880717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53827758-2CAF-7210-7DFF-EEBE7CDAB462}"/>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946752B-7DDA-8AFC-BE09-B706C42A524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0CF4EA78-23A0-57DE-B226-564F91B199C6}"/>
              </a:ext>
            </a:extLst>
          </p:cNvPr>
          <p:cNvSpPr>
            <a:spLocks noGrp="1" noChangeArrowheads="1"/>
          </p:cNvSpPr>
          <p:nvPr>
            <p:ph type="sldNum" sz="quarter" idx="12"/>
          </p:nvPr>
        </p:nvSpPr>
        <p:spPr>
          <a:ln/>
        </p:spPr>
        <p:txBody>
          <a:bodyPr/>
          <a:lstStyle>
            <a:lvl1pPr>
              <a:defRPr/>
            </a:lvl1pPr>
          </a:lstStyle>
          <a:p>
            <a:fld id="{294F96E2-6FA8-4EF7-801E-A8D4511B4B62}" type="slidenum">
              <a:rPr lang="en-US" altLang="en-US"/>
              <a:pPr/>
              <a:t>‹#›</a:t>
            </a:fld>
            <a:endParaRPr lang="en-US" altLang="en-US"/>
          </a:p>
        </p:txBody>
      </p:sp>
    </p:spTree>
    <p:extLst>
      <p:ext uri="{BB962C8B-B14F-4D97-AF65-F5344CB8AC3E}">
        <p14:creationId xmlns:p14="http://schemas.microsoft.com/office/powerpoint/2010/main" val="386733272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DEB8DB33-FE04-0EF5-BEF4-429EA818ED2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7F562FF1-2ED1-3E21-FB8A-D630BFEB2A8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5261F14A-0252-8839-F3C6-0ED9CDDE2AAD}"/>
              </a:ext>
            </a:extLst>
          </p:cNvPr>
          <p:cNvSpPr>
            <a:spLocks noGrp="1" noChangeArrowheads="1"/>
          </p:cNvSpPr>
          <p:nvPr>
            <p:ph type="sldNum" sz="quarter" idx="12"/>
          </p:nvPr>
        </p:nvSpPr>
        <p:spPr>
          <a:ln/>
        </p:spPr>
        <p:txBody>
          <a:bodyPr/>
          <a:lstStyle>
            <a:lvl1pPr>
              <a:defRPr/>
            </a:lvl1pPr>
          </a:lstStyle>
          <a:p>
            <a:fld id="{884F8662-6192-4A65-BD48-90374CA425EF}" type="slidenum">
              <a:rPr lang="en-US" altLang="en-US"/>
              <a:pPr/>
              <a:t>‹#›</a:t>
            </a:fld>
            <a:endParaRPr lang="en-US" altLang="en-US"/>
          </a:p>
        </p:txBody>
      </p:sp>
    </p:spTree>
    <p:extLst>
      <p:ext uri="{BB962C8B-B14F-4D97-AF65-F5344CB8AC3E}">
        <p14:creationId xmlns:p14="http://schemas.microsoft.com/office/powerpoint/2010/main" val="56565897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810B67A-CFD3-D322-7A8A-32BCCE22B04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2711D0F-E525-1F02-0F0E-C1A59D8AAA7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0520B4F9-91E1-BBEE-621E-9A8D9E2A88AE}"/>
              </a:ext>
            </a:extLst>
          </p:cNvPr>
          <p:cNvSpPr>
            <a:spLocks noGrp="1" noChangeArrowheads="1"/>
          </p:cNvSpPr>
          <p:nvPr>
            <p:ph type="sldNum" sz="quarter" idx="12"/>
          </p:nvPr>
        </p:nvSpPr>
        <p:spPr>
          <a:ln/>
        </p:spPr>
        <p:txBody>
          <a:bodyPr/>
          <a:lstStyle>
            <a:lvl1pPr>
              <a:defRPr/>
            </a:lvl1pPr>
          </a:lstStyle>
          <a:p>
            <a:fld id="{F5E30B07-8A6C-4CD9-A1A7-52D254FDD70C}" type="slidenum">
              <a:rPr lang="en-US" altLang="en-US"/>
              <a:pPr/>
              <a:t>‹#›</a:t>
            </a:fld>
            <a:endParaRPr lang="en-US" altLang="en-US"/>
          </a:p>
        </p:txBody>
      </p:sp>
    </p:spTree>
    <p:extLst>
      <p:ext uri="{BB962C8B-B14F-4D97-AF65-F5344CB8AC3E}">
        <p14:creationId xmlns:p14="http://schemas.microsoft.com/office/powerpoint/2010/main" val="92224465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09600" y="274638"/>
            <a:ext cx="10972800" cy="1143000"/>
          </a:xfrm>
        </p:spPr>
        <p:txBody>
          <a:bodyPr/>
          <a:lstStyle/>
          <a:p>
            <a:r>
              <a:rPr lang="en-US"/>
              <a:t>Click to edit Master title style</a:t>
            </a:r>
          </a:p>
        </p:txBody>
      </p:sp>
      <p:sp>
        <p:nvSpPr>
          <p:cNvPr id="3" name="Content Placeholder 2"/>
          <p:cNvSpPr>
            <a:spLocks noGrp="1"/>
          </p:cNvSpPr>
          <p:nvPr>
            <p:ph sz="quarter" idx="1"/>
          </p:nvPr>
        </p:nvSpPr>
        <p:spPr>
          <a:xfrm>
            <a:off x="609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9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361CD84E-EC02-9A9E-1D28-69A687CEEFCA}"/>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19352336-957D-7A25-46F0-7A3F5B0CF37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17A7433D-6DCA-6C2F-A3C6-1523822501D4}"/>
              </a:ext>
            </a:extLst>
          </p:cNvPr>
          <p:cNvSpPr>
            <a:spLocks noGrp="1" noChangeArrowheads="1"/>
          </p:cNvSpPr>
          <p:nvPr>
            <p:ph type="sldNum" sz="quarter" idx="12"/>
          </p:nvPr>
        </p:nvSpPr>
        <p:spPr>
          <a:ln/>
        </p:spPr>
        <p:txBody>
          <a:bodyPr/>
          <a:lstStyle>
            <a:lvl1pPr>
              <a:defRPr/>
            </a:lvl1pPr>
          </a:lstStyle>
          <a:p>
            <a:fld id="{8ED1B355-51A9-43C5-8A31-BFD598D73DF5}" type="slidenum">
              <a:rPr lang="en-US" altLang="en-US"/>
              <a:pPr/>
              <a:t>‹#›</a:t>
            </a:fld>
            <a:endParaRPr lang="en-US" altLang="en-US"/>
          </a:p>
        </p:txBody>
      </p:sp>
    </p:spTree>
    <p:extLst>
      <p:ext uri="{BB962C8B-B14F-4D97-AF65-F5344CB8AC3E}">
        <p14:creationId xmlns:p14="http://schemas.microsoft.com/office/powerpoint/2010/main" val="422591565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84695085-77DD-7D93-9DDC-F1414EA1431F}"/>
              </a:ext>
            </a:extLst>
          </p:cNvPr>
          <p:cNvSpPr>
            <a:spLocks noGrp="1" noChangeArrowheads="1"/>
          </p:cNvSpPr>
          <p:nvPr>
            <p:ph type="dt" sz="half" idx="10"/>
          </p:nvPr>
        </p:nvSpPr>
        <p:spPr>
          <a:ln/>
        </p:spPr>
        <p:txBody>
          <a:bodyPr/>
          <a:lstStyle>
            <a:lvl1pPr>
              <a:defRPr/>
            </a:lvl1pPr>
          </a:lstStyle>
          <a:p>
            <a:pPr>
              <a:defRPr/>
            </a:pPr>
            <a:endParaRPr lang="en-US"/>
          </a:p>
        </p:txBody>
      </p:sp>
      <p:sp>
        <p:nvSpPr>
          <p:cNvPr id="7" name="Rectangle 5">
            <a:extLst>
              <a:ext uri="{FF2B5EF4-FFF2-40B4-BE49-F238E27FC236}">
                <a16:creationId xmlns:a16="http://schemas.microsoft.com/office/drawing/2014/main" id="{4CF2000C-3A88-B697-014D-4866427904D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D3E250C9-0F36-4A72-FDA2-8AF65FA91350}"/>
              </a:ext>
            </a:extLst>
          </p:cNvPr>
          <p:cNvSpPr>
            <a:spLocks noGrp="1" noChangeArrowheads="1"/>
          </p:cNvSpPr>
          <p:nvPr>
            <p:ph type="sldNum" sz="quarter" idx="12"/>
          </p:nvPr>
        </p:nvSpPr>
        <p:spPr>
          <a:ln/>
        </p:spPr>
        <p:txBody>
          <a:bodyPr/>
          <a:lstStyle>
            <a:lvl1pPr>
              <a:defRPr/>
            </a:lvl1pPr>
          </a:lstStyle>
          <a:p>
            <a:fld id="{D0E48E09-C727-4D94-8791-5AFAE58207F6}" type="slidenum">
              <a:rPr lang="en-US" altLang="en-US"/>
              <a:pPr/>
              <a:t>‹#›</a:t>
            </a:fld>
            <a:endParaRPr lang="en-US" altLang="en-US"/>
          </a:p>
        </p:txBody>
      </p:sp>
    </p:spTree>
    <p:extLst>
      <p:ext uri="{BB962C8B-B14F-4D97-AF65-F5344CB8AC3E}">
        <p14:creationId xmlns:p14="http://schemas.microsoft.com/office/powerpoint/2010/main" val="161636990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783E4652-4F1C-5938-D8AC-256495C9705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0DA78428-CA14-C3AF-38B4-B802D7A152B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C62E99CC-9E32-4E31-B196-68B9433BA09E}"/>
              </a:ext>
            </a:extLst>
          </p:cNvPr>
          <p:cNvSpPr>
            <a:spLocks noGrp="1" noChangeArrowheads="1"/>
          </p:cNvSpPr>
          <p:nvPr>
            <p:ph type="sldNum" sz="quarter" idx="12"/>
          </p:nvPr>
        </p:nvSpPr>
        <p:spPr>
          <a:ln/>
        </p:spPr>
        <p:txBody>
          <a:bodyPr/>
          <a:lstStyle>
            <a:lvl1pPr>
              <a:defRPr/>
            </a:lvl1pPr>
          </a:lstStyle>
          <a:p>
            <a:fld id="{29E90BF4-4A36-4A29-BEC4-30AC9EBA7D04}" type="slidenum">
              <a:rPr lang="en-US" altLang="en-US"/>
              <a:pPr/>
              <a:t>‹#›</a:t>
            </a:fld>
            <a:endParaRPr lang="en-US" altLang="en-US"/>
          </a:p>
        </p:txBody>
      </p:sp>
    </p:spTree>
    <p:extLst>
      <p:ext uri="{BB962C8B-B14F-4D97-AF65-F5344CB8AC3E}">
        <p14:creationId xmlns:p14="http://schemas.microsoft.com/office/powerpoint/2010/main" val="699971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theme" Target="../theme/theme2.xml"/><Relationship Id="rId3" Type="http://schemas.openxmlformats.org/officeDocument/2006/relationships/slideLayout" Target="../slideLayouts/slideLayout16.xml"/><Relationship Id="rId21" Type="http://schemas.openxmlformats.org/officeDocument/2006/relationships/slideLayout" Target="../slideLayouts/slideLayout34.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slideLayout" Target="../slideLayouts/slideLayout38.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slideLayout" Target="../slideLayouts/slideLayout33.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slideLayout" Target="../slideLayouts/slideLayout37.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theme" Target="../theme/theme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DA4E4D08-4416-42B7-A112-2DB09C951C15}" type="datetimeFigureOut">
              <a:rPr lang="en-IN" smtClean="0"/>
              <a:t>31-07-2025</a:t>
            </a:fld>
            <a:endParaRPr lang="en-IN"/>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IN"/>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AC63F820-B3D7-469E-B6CF-8C352A5E5C7C}" type="slidenum">
              <a:rPr lang="en-IN" smtClean="0"/>
              <a:t>‹#›</a:t>
            </a:fld>
            <a:endParaRPr lang="en-IN"/>
          </a:p>
        </p:txBody>
      </p:sp>
    </p:spTree>
    <p:extLst>
      <p:ext uri="{BB962C8B-B14F-4D97-AF65-F5344CB8AC3E}">
        <p14:creationId xmlns:p14="http://schemas.microsoft.com/office/powerpoint/2010/main" val="30845346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714" r:id="rId12"/>
    <p:sldLayoutId id="2147483715" r:id="rId13"/>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fr-FR"/>
              <a:t>Cliquez et modifiez le titre</a:t>
            </a:r>
          </a:p>
        </p:txBody>
      </p:sp>
      <p:sp>
        <p:nvSpPr>
          <p:cNvPr id="3" name="Espace réservé du texte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fr-FR"/>
          </a:p>
        </p:txBody>
      </p:sp>
      <p:sp>
        <p:nvSpPr>
          <p:cNvPr id="5" name="Espace réservé du pied de page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E69D5D-3C54-E347-B3D4-70BDFA7C6521}" type="slidenum">
              <a:rPr lang="fr-FR" smtClean="0"/>
              <a:t>‹#›</a:t>
            </a:fld>
            <a:endParaRPr lang="fr-FR"/>
          </a:p>
        </p:txBody>
      </p:sp>
    </p:spTree>
    <p:extLst>
      <p:ext uri="{BB962C8B-B14F-4D97-AF65-F5344CB8AC3E}">
        <p14:creationId xmlns:p14="http://schemas.microsoft.com/office/powerpoint/2010/main" val="2370367430"/>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 id="2147483695" r:id="rId22"/>
    <p:sldLayoutId id="2147483696" r:id="rId23"/>
    <p:sldLayoutId id="2147483697" r:id="rId24"/>
    <p:sldLayoutId id="2147483698" r:id="rId25"/>
  </p:sldLayoutIdLst>
  <p:hf hdr="0" ftr="0" dt="0"/>
  <p:txStyles>
    <p:titleStyle>
      <a:lvl1pPr algn="ctr" defTabSz="457167" rtl="0" eaLnBrk="1" latinLnBrk="0" hangingPunct="1">
        <a:spcBef>
          <a:spcPct val="0"/>
        </a:spcBef>
        <a:buNone/>
        <a:defRPr sz="4400" kern="1200">
          <a:solidFill>
            <a:schemeClr val="tx1"/>
          </a:solidFill>
          <a:latin typeface="+mj-lt"/>
          <a:ea typeface="+mj-ea"/>
          <a:cs typeface="+mj-cs"/>
        </a:defRPr>
      </a:lvl1pPr>
    </p:titleStyle>
    <p:bodyStyle>
      <a:lvl1pPr marL="342874" indent="-342874" algn="l" defTabSz="457167" rtl="0" eaLnBrk="1" latinLnBrk="0" hangingPunct="1">
        <a:spcBef>
          <a:spcPct val="20000"/>
        </a:spcBef>
        <a:buFont typeface="Arial"/>
        <a:buChar char="•"/>
        <a:defRPr sz="3200" kern="1200">
          <a:solidFill>
            <a:schemeClr val="tx1"/>
          </a:solidFill>
          <a:latin typeface="+mn-lt"/>
          <a:ea typeface="+mn-ea"/>
          <a:cs typeface="+mn-cs"/>
        </a:defRPr>
      </a:lvl1pPr>
      <a:lvl2pPr marL="742895" indent="-285730" algn="l" defTabSz="457167" rtl="0" eaLnBrk="1" latinLnBrk="0" hangingPunct="1">
        <a:spcBef>
          <a:spcPct val="20000"/>
        </a:spcBef>
        <a:buFont typeface="Arial"/>
        <a:buChar char="–"/>
        <a:defRPr sz="2800" kern="1200">
          <a:solidFill>
            <a:schemeClr val="tx1"/>
          </a:solidFill>
          <a:latin typeface="+mn-lt"/>
          <a:ea typeface="+mn-ea"/>
          <a:cs typeface="+mn-cs"/>
        </a:defRPr>
      </a:lvl2pPr>
      <a:lvl3pPr marL="1142914" indent="-228584" algn="l" defTabSz="457167" rtl="0" eaLnBrk="1" latinLnBrk="0" hangingPunct="1">
        <a:spcBef>
          <a:spcPct val="20000"/>
        </a:spcBef>
        <a:buFont typeface="Arial"/>
        <a:buChar char="•"/>
        <a:defRPr sz="2400" kern="1200">
          <a:solidFill>
            <a:schemeClr val="tx1"/>
          </a:solidFill>
          <a:latin typeface="+mn-lt"/>
          <a:ea typeface="+mn-ea"/>
          <a:cs typeface="+mn-cs"/>
        </a:defRPr>
      </a:lvl3pPr>
      <a:lvl4pPr marL="1600080" indent="-228584" algn="l" defTabSz="457167" rtl="0" eaLnBrk="1" latinLnBrk="0" hangingPunct="1">
        <a:spcBef>
          <a:spcPct val="20000"/>
        </a:spcBef>
        <a:buFont typeface="Arial"/>
        <a:buChar char="–"/>
        <a:defRPr sz="2000" kern="1200">
          <a:solidFill>
            <a:schemeClr val="tx1"/>
          </a:solidFill>
          <a:latin typeface="+mn-lt"/>
          <a:ea typeface="+mn-ea"/>
          <a:cs typeface="+mn-cs"/>
        </a:defRPr>
      </a:lvl4pPr>
      <a:lvl5pPr marL="2057247" indent="-228584" algn="l" defTabSz="457167" rtl="0" eaLnBrk="1" latinLnBrk="0" hangingPunct="1">
        <a:spcBef>
          <a:spcPct val="20000"/>
        </a:spcBef>
        <a:buFont typeface="Arial"/>
        <a:buChar char="»"/>
        <a:defRPr sz="2000" kern="1200">
          <a:solidFill>
            <a:schemeClr val="tx1"/>
          </a:solidFill>
          <a:latin typeface="+mn-lt"/>
          <a:ea typeface="+mn-ea"/>
          <a:cs typeface="+mn-cs"/>
        </a:defRPr>
      </a:lvl5pPr>
      <a:lvl6pPr marL="2514412" indent="-228584" algn="l" defTabSz="457167" rtl="0" eaLnBrk="1" latinLnBrk="0" hangingPunct="1">
        <a:spcBef>
          <a:spcPct val="20000"/>
        </a:spcBef>
        <a:buFont typeface="Arial"/>
        <a:buChar char="•"/>
        <a:defRPr sz="2000" kern="1200">
          <a:solidFill>
            <a:schemeClr val="tx1"/>
          </a:solidFill>
          <a:latin typeface="+mn-lt"/>
          <a:ea typeface="+mn-ea"/>
          <a:cs typeface="+mn-cs"/>
        </a:defRPr>
      </a:lvl6pPr>
      <a:lvl7pPr marL="2971578" indent="-228584" algn="l" defTabSz="457167" rtl="0" eaLnBrk="1" latinLnBrk="0" hangingPunct="1">
        <a:spcBef>
          <a:spcPct val="20000"/>
        </a:spcBef>
        <a:buFont typeface="Arial"/>
        <a:buChar char="•"/>
        <a:defRPr sz="2000" kern="1200">
          <a:solidFill>
            <a:schemeClr val="tx1"/>
          </a:solidFill>
          <a:latin typeface="+mn-lt"/>
          <a:ea typeface="+mn-ea"/>
          <a:cs typeface="+mn-cs"/>
        </a:defRPr>
      </a:lvl7pPr>
      <a:lvl8pPr marL="3428744" indent="-228584" algn="l" defTabSz="457167" rtl="0" eaLnBrk="1" latinLnBrk="0" hangingPunct="1">
        <a:spcBef>
          <a:spcPct val="20000"/>
        </a:spcBef>
        <a:buFont typeface="Arial"/>
        <a:buChar char="•"/>
        <a:defRPr sz="2000" kern="1200">
          <a:solidFill>
            <a:schemeClr val="tx1"/>
          </a:solidFill>
          <a:latin typeface="+mn-lt"/>
          <a:ea typeface="+mn-ea"/>
          <a:cs typeface="+mn-cs"/>
        </a:defRPr>
      </a:lvl8pPr>
      <a:lvl9pPr marL="3885910" indent="-228584" algn="l" defTabSz="457167"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fr-FR"/>
      </a:defPPr>
      <a:lvl1pPr marL="0" algn="l" defTabSz="457167" rtl="0" eaLnBrk="1" latinLnBrk="0" hangingPunct="1">
        <a:defRPr sz="1800" kern="1200">
          <a:solidFill>
            <a:schemeClr val="tx1"/>
          </a:solidFill>
          <a:latin typeface="+mn-lt"/>
          <a:ea typeface="+mn-ea"/>
          <a:cs typeface="+mn-cs"/>
        </a:defRPr>
      </a:lvl1pPr>
      <a:lvl2pPr marL="457167" algn="l" defTabSz="457167" rtl="0" eaLnBrk="1" latinLnBrk="0" hangingPunct="1">
        <a:defRPr sz="1800" kern="1200">
          <a:solidFill>
            <a:schemeClr val="tx1"/>
          </a:solidFill>
          <a:latin typeface="+mn-lt"/>
          <a:ea typeface="+mn-ea"/>
          <a:cs typeface="+mn-cs"/>
        </a:defRPr>
      </a:lvl2pPr>
      <a:lvl3pPr marL="914332" algn="l" defTabSz="457167" rtl="0" eaLnBrk="1" latinLnBrk="0" hangingPunct="1">
        <a:defRPr sz="1800" kern="1200">
          <a:solidFill>
            <a:schemeClr val="tx1"/>
          </a:solidFill>
          <a:latin typeface="+mn-lt"/>
          <a:ea typeface="+mn-ea"/>
          <a:cs typeface="+mn-cs"/>
        </a:defRPr>
      </a:lvl3pPr>
      <a:lvl4pPr marL="1371498" algn="l" defTabSz="457167" rtl="0" eaLnBrk="1" latinLnBrk="0" hangingPunct="1">
        <a:defRPr sz="1800" kern="1200">
          <a:solidFill>
            <a:schemeClr val="tx1"/>
          </a:solidFill>
          <a:latin typeface="+mn-lt"/>
          <a:ea typeface="+mn-ea"/>
          <a:cs typeface="+mn-cs"/>
        </a:defRPr>
      </a:lvl4pPr>
      <a:lvl5pPr marL="1828664" algn="l" defTabSz="457167" rtl="0" eaLnBrk="1" latinLnBrk="0" hangingPunct="1">
        <a:defRPr sz="1800" kern="1200">
          <a:solidFill>
            <a:schemeClr val="tx1"/>
          </a:solidFill>
          <a:latin typeface="+mn-lt"/>
          <a:ea typeface="+mn-ea"/>
          <a:cs typeface="+mn-cs"/>
        </a:defRPr>
      </a:lvl5pPr>
      <a:lvl6pPr marL="2285830" algn="l" defTabSz="457167" rtl="0" eaLnBrk="1" latinLnBrk="0" hangingPunct="1">
        <a:defRPr sz="1800" kern="1200">
          <a:solidFill>
            <a:schemeClr val="tx1"/>
          </a:solidFill>
          <a:latin typeface="+mn-lt"/>
          <a:ea typeface="+mn-ea"/>
          <a:cs typeface="+mn-cs"/>
        </a:defRPr>
      </a:lvl6pPr>
      <a:lvl7pPr marL="2742994" algn="l" defTabSz="457167" rtl="0" eaLnBrk="1" latinLnBrk="0" hangingPunct="1">
        <a:defRPr sz="1800" kern="1200">
          <a:solidFill>
            <a:schemeClr val="tx1"/>
          </a:solidFill>
          <a:latin typeface="+mn-lt"/>
          <a:ea typeface="+mn-ea"/>
          <a:cs typeface="+mn-cs"/>
        </a:defRPr>
      </a:lvl7pPr>
      <a:lvl8pPr marL="3200160" algn="l" defTabSz="457167" rtl="0" eaLnBrk="1" latinLnBrk="0" hangingPunct="1">
        <a:defRPr sz="1800" kern="1200">
          <a:solidFill>
            <a:schemeClr val="tx1"/>
          </a:solidFill>
          <a:latin typeface="+mn-lt"/>
          <a:ea typeface="+mn-ea"/>
          <a:cs typeface="+mn-cs"/>
        </a:defRPr>
      </a:lvl8pPr>
      <a:lvl9pPr marL="3657327" algn="l" defTabSz="457167"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E9BD"/>
        </a:solidFill>
        <a:effectLst/>
      </p:bgPr>
    </p:bg>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E527D2F4-6BFB-3F6B-1315-33A18B208A42}"/>
              </a:ext>
            </a:extLst>
          </p:cNvPr>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8195" name="Rectangle 3">
            <a:extLst>
              <a:ext uri="{FF2B5EF4-FFF2-40B4-BE49-F238E27FC236}">
                <a16:creationId xmlns:a16="http://schemas.microsoft.com/office/drawing/2014/main" id="{B645FB9A-53DF-337F-9A11-9403971E006F}"/>
              </a:ext>
            </a:extLst>
          </p:cNvPr>
          <p:cNvSpPr>
            <a:spLocks noGrp="1" noChangeArrowheads="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F3B407E0-0A13-ADD1-6522-B1BA9671C6A1}"/>
              </a:ext>
            </a:extLst>
          </p:cNvPr>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400">
                <a:latin typeface="Arial" charset="0"/>
              </a:defRPr>
            </a:lvl1pPr>
          </a:lstStyle>
          <a:p>
            <a:pPr>
              <a:defRPr/>
            </a:pPr>
            <a:endParaRPr lang="en-US"/>
          </a:p>
        </p:txBody>
      </p:sp>
      <p:sp>
        <p:nvSpPr>
          <p:cNvPr id="1029" name="Rectangle 5">
            <a:extLst>
              <a:ext uri="{FF2B5EF4-FFF2-40B4-BE49-F238E27FC236}">
                <a16:creationId xmlns:a16="http://schemas.microsoft.com/office/drawing/2014/main" id="{2135ECC7-B0F2-82B4-1F25-B7ABFB920273}"/>
              </a:ext>
            </a:extLst>
          </p:cNvPr>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charset="0"/>
              </a:defRPr>
            </a:lvl1pPr>
          </a:lstStyle>
          <a:p>
            <a:pPr>
              <a:defRPr/>
            </a:pPr>
            <a:endParaRPr lang="en-US"/>
          </a:p>
        </p:txBody>
      </p:sp>
      <p:sp>
        <p:nvSpPr>
          <p:cNvPr id="1030" name="Rectangle 6">
            <a:extLst>
              <a:ext uri="{FF2B5EF4-FFF2-40B4-BE49-F238E27FC236}">
                <a16:creationId xmlns:a16="http://schemas.microsoft.com/office/drawing/2014/main" id="{F2CD69F8-6B1B-94BC-E8DD-C3A05CCDD885}"/>
              </a:ext>
            </a:extLst>
          </p:cNvPr>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45083301-9B5A-4E6F-A88A-380A8D5AB9A8}" type="slidenum">
              <a:rPr lang="en-US" altLang="en-US"/>
              <a:pPr/>
              <a:t>‹#›</a:t>
            </a:fld>
            <a:endParaRPr lang="en-US" altLang="en-US"/>
          </a:p>
        </p:txBody>
      </p:sp>
    </p:spTree>
    <p:extLst>
      <p:ext uri="{BB962C8B-B14F-4D97-AF65-F5344CB8AC3E}">
        <p14:creationId xmlns:p14="http://schemas.microsoft.com/office/powerpoint/2010/main" val="1232438997"/>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50.xml"/><Relationship Id="rId6" Type="http://schemas.openxmlformats.org/officeDocument/2006/relationships/image" Target="../media/image14.wmf"/><Relationship Id="rId5" Type="http://schemas.openxmlformats.org/officeDocument/2006/relationships/oleObject" Target="../embeddings/oleObject1.bin"/><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40.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26.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video" Target="../media/media1.mov"/><Relationship Id="rId1" Type="http://schemas.microsoft.com/office/2007/relationships/media" Target="../media/media1.mov"/><Relationship Id="rId5" Type="http://schemas.openxmlformats.org/officeDocument/2006/relationships/image" Target="../media/image31.png"/><Relationship Id="rId4" Type="http://schemas.openxmlformats.org/officeDocument/2006/relationships/notesSlide" Target="../notesSlides/notesSlide3.xml"/></Relationships>
</file>

<file path=ppt/slides/_rels/slide21.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image" Target="../media/image35.png"/><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2" Type="http://schemas.openxmlformats.org/officeDocument/2006/relationships/image" Target="../media/image340.png"/><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image" Target="../media/image36.png"/><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52.jpeg"/><Relationship Id="rId5" Type="http://schemas.openxmlformats.org/officeDocument/2006/relationships/image" Target="../media/image51.png"/><Relationship Id="rId4" Type="http://schemas.openxmlformats.org/officeDocument/2006/relationships/image" Target="../media/image50.jpeg"/></Relationships>
</file>

<file path=ppt/slides/_rels/slide4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3.xml"/><Relationship Id="rId5" Type="http://schemas.openxmlformats.org/officeDocument/2006/relationships/image" Target="../media/image56.png"/><Relationship Id="rId4" Type="http://schemas.openxmlformats.org/officeDocument/2006/relationships/image" Target="../media/image5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4BF4D-4A38-BA74-BE22-0B9680621C0F}"/>
              </a:ext>
            </a:extLst>
          </p:cNvPr>
          <p:cNvSpPr>
            <a:spLocks noGrp="1"/>
          </p:cNvSpPr>
          <p:nvPr>
            <p:ph type="ctrTitle"/>
          </p:nvPr>
        </p:nvSpPr>
        <p:spPr>
          <a:xfrm>
            <a:off x="704848" y="765212"/>
            <a:ext cx="10782300" cy="3352800"/>
          </a:xfrm>
        </p:spPr>
        <p:txBody>
          <a:bodyPr>
            <a:noAutofit/>
          </a:bodyPr>
          <a:lstStyle/>
          <a:p>
            <a:pPr algn="ctr"/>
            <a:r>
              <a:rPr lang="en-IN" sz="6600" dirty="0">
                <a:latin typeface="Times New Roman" panose="02020603050405020304" pitchFamily="18" charset="0"/>
                <a:cs typeface="Times New Roman" panose="02020603050405020304" pitchFamily="18" charset="0"/>
              </a:rPr>
              <a:t>Multivariate Disease Progression Modelling with Longitudinal Ordinal Data </a:t>
            </a:r>
          </a:p>
        </p:txBody>
      </p:sp>
      <p:sp>
        <p:nvSpPr>
          <p:cNvPr id="3" name="Subtitle 2">
            <a:extLst>
              <a:ext uri="{FF2B5EF4-FFF2-40B4-BE49-F238E27FC236}">
                <a16:creationId xmlns:a16="http://schemas.microsoft.com/office/drawing/2014/main" id="{9EB11D66-6CCF-6733-237F-2F92ACB7D49E}"/>
              </a:ext>
            </a:extLst>
          </p:cNvPr>
          <p:cNvSpPr>
            <a:spLocks noGrp="1"/>
          </p:cNvSpPr>
          <p:nvPr>
            <p:ph type="subTitle" idx="1"/>
          </p:nvPr>
        </p:nvSpPr>
        <p:spPr>
          <a:xfrm>
            <a:off x="1481899" y="4175345"/>
            <a:ext cx="9228201" cy="1645920"/>
          </a:xfrm>
        </p:spPr>
        <p:txBody>
          <a:bodyPr/>
          <a:lstStyle/>
          <a:p>
            <a:pPr algn="ctr"/>
            <a:r>
              <a:rPr lang="en-IN" dirty="0">
                <a:latin typeface="Times New Roman" panose="02020603050405020304" pitchFamily="18" charset="0"/>
                <a:cs typeface="Times New Roman" panose="02020603050405020304" pitchFamily="18" charset="0"/>
              </a:rPr>
              <a:t>Pierre-Emmanuel Poulet, Stanley </a:t>
            </a:r>
            <a:r>
              <a:rPr lang="en-IN" dirty="0" err="1">
                <a:latin typeface="Times New Roman" panose="02020603050405020304" pitchFamily="18" charset="0"/>
                <a:cs typeface="Times New Roman" panose="02020603050405020304" pitchFamily="18" charset="0"/>
              </a:rPr>
              <a:t>Durrleman</a:t>
            </a:r>
            <a:endParaRPr lang="en-IN" dirty="0">
              <a:latin typeface="Times New Roman" panose="02020603050405020304" pitchFamily="18" charset="0"/>
              <a:cs typeface="Times New Roman" panose="02020603050405020304" pitchFamily="18" charset="0"/>
            </a:endParaRPr>
          </a:p>
        </p:txBody>
      </p:sp>
      <p:sp>
        <p:nvSpPr>
          <p:cNvPr id="4" name="Subtitle 2">
            <a:extLst>
              <a:ext uri="{FF2B5EF4-FFF2-40B4-BE49-F238E27FC236}">
                <a16:creationId xmlns:a16="http://schemas.microsoft.com/office/drawing/2014/main" id="{8F0E8E23-DB23-BA34-FAAB-F9855769D409}"/>
              </a:ext>
            </a:extLst>
          </p:cNvPr>
          <p:cNvSpPr txBox="1">
            <a:spLocks/>
          </p:cNvSpPr>
          <p:nvPr/>
        </p:nvSpPr>
        <p:spPr>
          <a:xfrm>
            <a:off x="1192864" y="255817"/>
            <a:ext cx="9228201" cy="1645920"/>
          </a:xfrm>
          <a:prstGeom prst="rect">
            <a:avLst/>
          </a:prstGeom>
        </p:spPr>
        <p:txBody>
          <a:bodyPr vert="horz" lIns="91440" tIns="45720" rIns="91440" bIns="45720" rtlCol="0">
            <a:normAutofit/>
          </a:bodyPr>
          <a:lstStyle>
            <a:lvl1pPr marL="0" indent="0" algn="l" defTabSz="914400" rtl="0" eaLnBrk="1" latinLnBrk="0" hangingPunct="1">
              <a:lnSpc>
                <a:spcPct val="85000"/>
              </a:lnSpc>
              <a:spcBef>
                <a:spcPts val="1300"/>
              </a:spcBef>
              <a:buFont typeface="Arial" pitchFamily="34" charset="0"/>
              <a:buNone/>
              <a:defRPr sz="3200" kern="1200">
                <a:solidFill>
                  <a:schemeClr val="bg1"/>
                </a:solidFill>
                <a:latin typeface="+mj-lt"/>
                <a:ea typeface="+mn-ea"/>
                <a:cs typeface="+mn-cs"/>
              </a:defRPr>
            </a:lvl1pPr>
            <a:lvl2pPr marL="457200" indent="0" algn="ctr" defTabSz="914400" rtl="0" eaLnBrk="1" latinLnBrk="0" hangingPunct="1">
              <a:lnSpc>
                <a:spcPct val="85000"/>
              </a:lnSpc>
              <a:spcBef>
                <a:spcPts val="600"/>
              </a:spcBef>
              <a:buFont typeface="Arial" pitchFamily="34" charset="0"/>
              <a:buNone/>
              <a:defRPr sz="2800" kern="1200">
                <a:solidFill>
                  <a:schemeClr val="tx1">
                    <a:lumMod val="85000"/>
                    <a:lumOff val="15000"/>
                  </a:schemeClr>
                </a:solidFill>
                <a:latin typeface="+mn-lt"/>
                <a:ea typeface="+mn-ea"/>
                <a:cs typeface="+mn-cs"/>
              </a:defRPr>
            </a:lvl2pPr>
            <a:lvl3pPr marL="914400" indent="0" algn="ctr" defTabSz="914400" rtl="0" eaLnBrk="1" latinLnBrk="0" hangingPunct="1">
              <a:lnSpc>
                <a:spcPct val="85000"/>
              </a:lnSpc>
              <a:spcBef>
                <a:spcPts val="600"/>
              </a:spcBef>
              <a:buFont typeface="Arial" pitchFamily="34" charset="0"/>
              <a:buNone/>
              <a:defRPr sz="2400" i="1" kern="1200">
                <a:solidFill>
                  <a:schemeClr val="tx1">
                    <a:lumMod val="85000"/>
                    <a:lumOff val="15000"/>
                  </a:schemeClr>
                </a:solidFill>
                <a:latin typeface="+mn-lt"/>
                <a:ea typeface="+mn-ea"/>
                <a:cs typeface="+mn-cs"/>
              </a:defRPr>
            </a:lvl3pPr>
            <a:lvl4pPr marL="1371600" indent="0" algn="ctr" defTabSz="914400" rtl="0" eaLnBrk="1" latinLnBrk="0" hangingPunct="1">
              <a:lnSpc>
                <a:spcPct val="85000"/>
              </a:lnSpc>
              <a:spcBef>
                <a:spcPts val="600"/>
              </a:spcBef>
              <a:buFont typeface="Arial" pitchFamily="34" charset="0"/>
              <a:buNone/>
              <a:defRPr sz="2000" kern="1200">
                <a:solidFill>
                  <a:schemeClr val="tx1">
                    <a:lumMod val="85000"/>
                    <a:lumOff val="15000"/>
                  </a:schemeClr>
                </a:solidFill>
                <a:latin typeface="+mn-lt"/>
                <a:ea typeface="+mn-ea"/>
                <a:cs typeface="+mn-cs"/>
              </a:defRPr>
            </a:lvl4pPr>
            <a:lvl5pPr marL="1828800" indent="0" algn="ctr" defTabSz="914400" rtl="0" eaLnBrk="1" latinLnBrk="0" hangingPunct="1">
              <a:lnSpc>
                <a:spcPct val="85000"/>
              </a:lnSpc>
              <a:spcBef>
                <a:spcPts val="600"/>
              </a:spcBef>
              <a:buFont typeface="Arial" pitchFamily="34" charset="0"/>
              <a:buNone/>
              <a:defRPr sz="2000" kern="1200">
                <a:solidFill>
                  <a:schemeClr val="tx1">
                    <a:lumMod val="85000"/>
                    <a:lumOff val="15000"/>
                  </a:schemeClr>
                </a:solidFill>
                <a:latin typeface="+mn-lt"/>
                <a:ea typeface="+mn-ea"/>
                <a:cs typeface="+mn-cs"/>
              </a:defRPr>
            </a:lvl5pPr>
            <a:lvl6pPr marL="2286000" indent="0" algn="ctr" defTabSz="914400" rtl="0" eaLnBrk="1" latinLnBrk="0" hangingPunct="1">
              <a:lnSpc>
                <a:spcPct val="85000"/>
              </a:lnSpc>
              <a:spcBef>
                <a:spcPts val="600"/>
              </a:spcBef>
              <a:buFont typeface="Arial" pitchFamily="34" charset="0"/>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85000"/>
              </a:lnSpc>
              <a:spcBef>
                <a:spcPts val="600"/>
              </a:spcBef>
              <a:buFont typeface="Arial" pitchFamily="34" charset="0"/>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85000"/>
              </a:lnSpc>
              <a:spcBef>
                <a:spcPts val="600"/>
              </a:spcBef>
              <a:buFont typeface="Arial" pitchFamily="34" charset="0"/>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85000"/>
              </a:lnSpc>
              <a:spcBef>
                <a:spcPts val="600"/>
              </a:spcBef>
              <a:buFont typeface="Arial" pitchFamily="34" charset="0"/>
              <a:buNone/>
              <a:defRPr sz="2000" kern="1200">
                <a:solidFill>
                  <a:schemeClr val="tx1">
                    <a:lumMod val="85000"/>
                    <a:lumOff val="15000"/>
                  </a:schemeClr>
                </a:solidFill>
                <a:latin typeface="+mn-lt"/>
                <a:ea typeface="+mn-ea"/>
                <a:cs typeface="+mn-cs"/>
              </a:defRPr>
            </a:lvl9pPr>
          </a:lstStyle>
          <a:p>
            <a:pPr algn="ctr"/>
            <a:r>
              <a:rPr lang="en-IN" sz="2800" b="1" u="sng" dirty="0">
                <a:latin typeface="Times New Roman" panose="02020603050405020304" pitchFamily="18" charset="0"/>
                <a:cs typeface="Times New Roman" panose="02020603050405020304" pitchFamily="18" charset="0"/>
              </a:rPr>
              <a:t>St John’s Research Institute : Journal Club</a:t>
            </a:r>
          </a:p>
          <a:p>
            <a:pPr algn="ctr"/>
            <a:endParaRPr lang="en-IN" sz="2800" b="1" u="sng" dirty="0">
              <a:latin typeface="Times New Roman" panose="02020603050405020304" pitchFamily="18" charset="0"/>
              <a:cs typeface="Times New Roman" panose="02020603050405020304" pitchFamily="18" charset="0"/>
            </a:endParaRPr>
          </a:p>
        </p:txBody>
      </p:sp>
      <p:sp>
        <p:nvSpPr>
          <p:cNvPr id="5" name="Oval 4">
            <a:extLst>
              <a:ext uri="{FF2B5EF4-FFF2-40B4-BE49-F238E27FC236}">
                <a16:creationId xmlns:a16="http://schemas.microsoft.com/office/drawing/2014/main" id="{0716337C-6BF8-2398-68A0-7CFE7A5B4DB6}"/>
              </a:ext>
            </a:extLst>
          </p:cNvPr>
          <p:cNvSpPr/>
          <p:nvPr/>
        </p:nvSpPr>
        <p:spPr>
          <a:xfrm>
            <a:off x="593832" y="912934"/>
            <a:ext cx="10646979" cy="4787462"/>
          </a:xfrm>
          <a:prstGeom prst="ellipse">
            <a:avLst/>
          </a:prstGeom>
          <a:gradFill flip="none" rotWithShape="1">
            <a:gsLst>
              <a:gs pos="0">
                <a:schemeClr val="accent1">
                  <a:tint val="66000"/>
                  <a:satMod val="160000"/>
                  <a:alpha val="0"/>
                </a:schemeClr>
              </a:gs>
              <a:gs pos="100000">
                <a:schemeClr val="accent1">
                  <a:tint val="44500"/>
                  <a:satMod val="160000"/>
                </a:schemeClr>
              </a:gs>
              <a:gs pos="100000">
                <a:schemeClr val="accent1">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id="{051555B9-7F84-C1CF-68FF-3043AA95A9BB}"/>
              </a:ext>
            </a:extLst>
          </p:cNvPr>
          <p:cNvPicPr>
            <a:picLocks noChangeAspect="1"/>
          </p:cNvPicPr>
          <p:nvPr/>
        </p:nvPicPr>
        <p:blipFill>
          <a:blip r:embed="rId2"/>
          <a:stretch>
            <a:fillRect/>
          </a:stretch>
        </p:blipFill>
        <p:spPr>
          <a:xfrm>
            <a:off x="1240010" y="151602"/>
            <a:ext cx="1061849" cy="1079498"/>
          </a:xfrm>
          <a:prstGeom prst="rect">
            <a:avLst/>
          </a:prstGeom>
        </p:spPr>
      </p:pic>
      <p:sp>
        <p:nvSpPr>
          <p:cNvPr id="7" name="TextBox 6">
            <a:extLst>
              <a:ext uri="{FF2B5EF4-FFF2-40B4-BE49-F238E27FC236}">
                <a16:creationId xmlns:a16="http://schemas.microsoft.com/office/drawing/2014/main" id="{386C28D0-0D7D-E616-75AB-02391DA953FE}"/>
              </a:ext>
            </a:extLst>
          </p:cNvPr>
          <p:cNvSpPr txBox="1"/>
          <p:nvPr/>
        </p:nvSpPr>
        <p:spPr>
          <a:xfrm>
            <a:off x="7699513" y="6293952"/>
            <a:ext cx="4784034"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Division of Biostatistics and Epidemiology</a:t>
            </a:r>
          </a:p>
        </p:txBody>
      </p:sp>
    </p:spTree>
    <p:extLst>
      <p:ext uri="{BB962C8B-B14F-4D97-AF65-F5344CB8AC3E}">
        <p14:creationId xmlns:p14="http://schemas.microsoft.com/office/powerpoint/2010/main" val="10027097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100000">
              <a:schemeClr val="accent1">
                <a:tint val="44500"/>
                <a:satMod val="160000"/>
              </a:schemeClr>
            </a:gs>
            <a:gs pos="77000">
              <a:schemeClr val="accent1">
                <a:tint val="23500"/>
                <a:satMod val="160000"/>
              </a:schemeClr>
            </a:gs>
          </a:gsLst>
          <a:lin ang="108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E2F92-39B7-45B6-1C75-19D9C31F1619}"/>
              </a:ext>
            </a:extLst>
          </p:cNvPr>
          <p:cNvSpPr>
            <a:spLocks noGrp="1"/>
          </p:cNvSpPr>
          <p:nvPr>
            <p:ph type="title"/>
          </p:nvPr>
        </p:nvSpPr>
        <p:spPr>
          <a:xfrm>
            <a:off x="289361" y="263050"/>
            <a:ext cx="10772775" cy="1658198"/>
          </a:xfrm>
        </p:spPr>
        <p:txBody>
          <a:bodyPr/>
          <a:lstStyle/>
          <a:p>
            <a:pPr algn="ctr"/>
            <a:r>
              <a:rPr lang="en-IN" u="sng" dirty="0">
                <a:latin typeface="Times New Roman" panose="02020603050405020304" pitchFamily="18" charset="0"/>
                <a:cs typeface="Times New Roman" panose="02020603050405020304" pitchFamily="18" charset="0"/>
              </a:rPr>
              <a:t>Contents</a:t>
            </a:r>
          </a:p>
        </p:txBody>
      </p:sp>
      <p:sp>
        <p:nvSpPr>
          <p:cNvPr id="3" name="Content Placeholder 2">
            <a:extLst>
              <a:ext uri="{FF2B5EF4-FFF2-40B4-BE49-F238E27FC236}">
                <a16:creationId xmlns:a16="http://schemas.microsoft.com/office/drawing/2014/main" id="{BCF4D4D9-2A05-03DD-0B76-B44F04DDBBBF}"/>
              </a:ext>
            </a:extLst>
          </p:cNvPr>
          <p:cNvSpPr>
            <a:spLocks noGrp="1"/>
          </p:cNvSpPr>
          <p:nvPr>
            <p:ph idx="1"/>
          </p:nvPr>
        </p:nvSpPr>
        <p:spPr>
          <a:xfrm>
            <a:off x="540433" y="1645426"/>
            <a:ext cx="3951728" cy="2200433"/>
          </a:xfrm>
        </p:spPr>
        <p:txBody>
          <a:bodyPr>
            <a:normAutofit lnSpcReduction="10000"/>
          </a:bodyPr>
          <a:lstStyle/>
          <a:p>
            <a:pPr>
              <a:buFont typeface="Wingdings" panose="05000000000000000000" pitchFamily="2" charset="2"/>
              <a:buChar char="q"/>
            </a:pPr>
            <a:r>
              <a:rPr lang="en-IN" b="1" dirty="0">
                <a:latin typeface="Times New Roman" panose="02020603050405020304" pitchFamily="18" charset="0"/>
                <a:cs typeface="Times New Roman" panose="02020603050405020304" pitchFamily="18" charset="0"/>
              </a:rPr>
              <a:t>Introduction</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 Disease progression models</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 Challenges</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 Goal</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 Related work</a:t>
            </a:r>
          </a:p>
        </p:txBody>
      </p:sp>
      <p:sp>
        <p:nvSpPr>
          <p:cNvPr id="5" name="Content Placeholder 2">
            <a:extLst>
              <a:ext uri="{FF2B5EF4-FFF2-40B4-BE49-F238E27FC236}">
                <a16:creationId xmlns:a16="http://schemas.microsoft.com/office/drawing/2014/main" id="{2FB982EF-0339-3E62-2021-7FF921BC3057}"/>
              </a:ext>
            </a:extLst>
          </p:cNvPr>
          <p:cNvSpPr txBox="1">
            <a:spLocks/>
          </p:cNvSpPr>
          <p:nvPr/>
        </p:nvSpPr>
        <p:spPr>
          <a:xfrm>
            <a:off x="4645425" y="2825756"/>
            <a:ext cx="3516972" cy="2719812"/>
          </a:xfrm>
          <a:prstGeom prst="rect">
            <a:avLst/>
          </a:prstGeom>
        </p:spPr>
        <p:txBody>
          <a:bodyPr vert="horz" lIns="91440" tIns="45720" rIns="91440" bIns="45720" rtlCol="0">
            <a:norm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a:buFont typeface="Wingdings" panose="05000000000000000000" pitchFamily="2" charset="2"/>
              <a:buChar char="q"/>
            </a:pPr>
            <a:r>
              <a:rPr lang="en-IN" b="1" dirty="0">
                <a:latin typeface="Times New Roman" panose="02020603050405020304" pitchFamily="18" charset="0"/>
                <a:cs typeface="Times New Roman" panose="02020603050405020304" pitchFamily="18" charset="0"/>
              </a:rPr>
              <a:t>Method</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 Generic frame-work</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 Logistic curves model</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 Ordinal model</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 Estimation</a:t>
            </a:r>
          </a:p>
        </p:txBody>
      </p:sp>
      <p:sp>
        <p:nvSpPr>
          <p:cNvPr id="6" name="Content Placeholder 2">
            <a:extLst>
              <a:ext uri="{FF2B5EF4-FFF2-40B4-BE49-F238E27FC236}">
                <a16:creationId xmlns:a16="http://schemas.microsoft.com/office/drawing/2014/main" id="{8B0FB7BC-67B4-13AA-F0DA-49BD142806FC}"/>
              </a:ext>
            </a:extLst>
          </p:cNvPr>
          <p:cNvSpPr txBox="1">
            <a:spLocks/>
          </p:cNvSpPr>
          <p:nvPr/>
        </p:nvSpPr>
        <p:spPr>
          <a:xfrm>
            <a:off x="7921524" y="4721463"/>
            <a:ext cx="3876339" cy="1728613"/>
          </a:xfrm>
          <a:prstGeom prst="rect">
            <a:avLst/>
          </a:prstGeom>
        </p:spPr>
        <p:txBody>
          <a:bodyPr vert="horz" lIns="91440" tIns="45720" rIns="91440" bIns="45720" rtlCol="0">
            <a:norm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Data Analysis</a:t>
            </a:r>
          </a:p>
          <a:p>
            <a:pPr>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Simulation study</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 Application to Parkinson’s  disease data</a:t>
            </a:r>
          </a:p>
        </p:txBody>
      </p:sp>
    </p:spTree>
    <p:extLst>
      <p:ext uri="{BB962C8B-B14F-4D97-AF65-F5344CB8AC3E}">
        <p14:creationId xmlns:p14="http://schemas.microsoft.com/office/powerpoint/2010/main" val="3615231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10F16-687D-49FA-8189-328EDDCEDF02}"/>
              </a:ext>
            </a:extLst>
          </p:cNvPr>
          <p:cNvSpPr>
            <a:spLocks noGrp="1"/>
          </p:cNvSpPr>
          <p:nvPr>
            <p:ph type="title"/>
          </p:nvPr>
        </p:nvSpPr>
        <p:spPr>
          <a:xfrm>
            <a:off x="0" y="0"/>
            <a:ext cx="10772775" cy="1658198"/>
          </a:xfrm>
        </p:spPr>
        <p:txBody>
          <a:bodyPr/>
          <a:lstStyle/>
          <a:p>
            <a:pPr algn="ctr"/>
            <a:r>
              <a:rPr lang="en-IN" u="sng"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B04754F1-7982-4DA0-7DCC-880FF2239D68}"/>
              </a:ext>
            </a:extLst>
          </p:cNvPr>
          <p:cNvSpPr>
            <a:spLocks noGrp="1"/>
          </p:cNvSpPr>
          <p:nvPr>
            <p:ph idx="1"/>
          </p:nvPr>
        </p:nvSpPr>
        <p:spPr>
          <a:xfrm>
            <a:off x="337790" y="1564689"/>
            <a:ext cx="11194408" cy="687564"/>
          </a:xfrm>
        </p:spPr>
        <p:txBody>
          <a:bodyPr>
            <a:normAutofit lnSpcReduction="10000"/>
          </a:bodyPr>
          <a:lstStyle/>
          <a:p>
            <a:pPr marL="0" indent="0" algn="ctr">
              <a:buNone/>
            </a:pPr>
            <a:r>
              <a:rPr lang="en-US" dirty="0">
                <a:latin typeface="Times New Roman" panose="02020603050405020304" pitchFamily="18" charset="0"/>
                <a:cs typeface="Times New Roman" panose="02020603050405020304" pitchFamily="18" charset="0"/>
              </a:rPr>
              <a:t>Disease progression models are statistical models that describe and predict disease progression at the population or individual level.</a:t>
            </a:r>
            <a:r>
              <a:rPr lang="en-US" dirty="0"/>
              <a:t> </a:t>
            </a:r>
            <a:endParaRPr lang="en-IN" dirty="0">
              <a:latin typeface="Times New Roman" panose="02020603050405020304" pitchFamily="18" charset="0"/>
              <a:cs typeface="Times New Roman" panose="02020603050405020304" pitchFamily="18" charset="0"/>
            </a:endParaRPr>
          </a:p>
        </p:txBody>
      </p:sp>
      <p:sp>
        <p:nvSpPr>
          <p:cNvPr id="4" name="Oval 3">
            <a:extLst>
              <a:ext uri="{FF2B5EF4-FFF2-40B4-BE49-F238E27FC236}">
                <a16:creationId xmlns:a16="http://schemas.microsoft.com/office/drawing/2014/main" id="{2F87FEEE-6A7A-66B8-80C4-551FD60C685A}"/>
              </a:ext>
            </a:extLst>
          </p:cNvPr>
          <p:cNvSpPr/>
          <p:nvPr/>
        </p:nvSpPr>
        <p:spPr>
          <a:xfrm>
            <a:off x="1557385" y="2412089"/>
            <a:ext cx="3431628" cy="184193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72CDEAB5-6C87-39E0-CF90-B1EA6A115495}"/>
              </a:ext>
            </a:extLst>
          </p:cNvPr>
          <p:cNvSpPr/>
          <p:nvPr/>
        </p:nvSpPr>
        <p:spPr>
          <a:xfrm>
            <a:off x="1703611" y="4749881"/>
            <a:ext cx="3431628" cy="184193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a:extLst>
              <a:ext uri="{FF2B5EF4-FFF2-40B4-BE49-F238E27FC236}">
                <a16:creationId xmlns:a16="http://schemas.microsoft.com/office/drawing/2014/main" id="{6F8934E0-974D-BF04-277C-B527B6A08C9A}"/>
              </a:ext>
            </a:extLst>
          </p:cNvPr>
          <p:cNvSpPr/>
          <p:nvPr/>
        </p:nvSpPr>
        <p:spPr>
          <a:xfrm>
            <a:off x="6740412" y="2311538"/>
            <a:ext cx="3431628" cy="184193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DFF9B77A-7F44-6459-EA40-68EE8AC38265}"/>
              </a:ext>
            </a:extLst>
          </p:cNvPr>
          <p:cNvSpPr txBox="1"/>
          <p:nvPr/>
        </p:nvSpPr>
        <p:spPr>
          <a:xfrm>
            <a:off x="2019960" y="3032452"/>
            <a:ext cx="2916293" cy="400110"/>
          </a:xfrm>
          <a:prstGeom prst="rect">
            <a:avLst/>
          </a:prstGeom>
          <a:noFill/>
        </p:spPr>
        <p:txBody>
          <a:bodyPr wrap="square" rtlCol="0">
            <a:spAutoFit/>
          </a:bodyPr>
          <a:lstStyle/>
          <a:p>
            <a:r>
              <a:rPr lang="en-IN" sz="2000" b="1" dirty="0">
                <a:solidFill>
                  <a:schemeClr val="bg1"/>
                </a:solidFill>
                <a:latin typeface="Times New Roman" panose="02020603050405020304" pitchFamily="18" charset="0"/>
                <a:cs typeface="Times New Roman" panose="02020603050405020304" pitchFamily="18" charset="0"/>
              </a:rPr>
              <a:t>Forecast Progression</a:t>
            </a:r>
          </a:p>
        </p:txBody>
      </p:sp>
      <p:sp>
        <p:nvSpPr>
          <p:cNvPr id="8" name="TextBox 7">
            <a:extLst>
              <a:ext uri="{FF2B5EF4-FFF2-40B4-BE49-F238E27FC236}">
                <a16:creationId xmlns:a16="http://schemas.microsoft.com/office/drawing/2014/main" id="{047BEBFE-6C0C-1F08-3334-AE686AB56E45}"/>
              </a:ext>
            </a:extLst>
          </p:cNvPr>
          <p:cNvSpPr txBox="1"/>
          <p:nvPr/>
        </p:nvSpPr>
        <p:spPr>
          <a:xfrm>
            <a:off x="2358795" y="5400871"/>
            <a:ext cx="2916293" cy="400110"/>
          </a:xfrm>
          <a:prstGeom prst="rect">
            <a:avLst/>
          </a:prstGeom>
          <a:noFill/>
        </p:spPr>
        <p:txBody>
          <a:bodyPr wrap="square" rtlCol="0">
            <a:spAutoFit/>
          </a:bodyPr>
          <a:lstStyle/>
          <a:p>
            <a:r>
              <a:rPr lang="en-IN" sz="2000" b="1" dirty="0">
                <a:solidFill>
                  <a:schemeClr val="bg1"/>
                </a:solidFill>
                <a:latin typeface="Times New Roman" panose="02020603050405020304" pitchFamily="18" charset="0"/>
                <a:cs typeface="Times New Roman" panose="02020603050405020304" pitchFamily="18" charset="0"/>
              </a:rPr>
              <a:t>Stratify Patients</a:t>
            </a:r>
          </a:p>
        </p:txBody>
      </p:sp>
      <p:sp>
        <p:nvSpPr>
          <p:cNvPr id="9" name="TextBox 8">
            <a:extLst>
              <a:ext uri="{FF2B5EF4-FFF2-40B4-BE49-F238E27FC236}">
                <a16:creationId xmlns:a16="http://schemas.microsoft.com/office/drawing/2014/main" id="{D7B2D760-1E6E-4317-C2FF-6BB75D66B2E0}"/>
              </a:ext>
            </a:extLst>
          </p:cNvPr>
          <p:cNvSpPr txBox="1"/>
          <p:nvPr/>
        </p:nvSpPr>
        <p:spPr>
          <a:xfrm>
            <a:off x="6853454" y="2868944"/>
            <a:ext cx="3205544" cy="707886"/>
          </a:xfrm>
          <a:prstGeom prst="rect">
            <a:avLst/>
          </a:prstGeom>
          <a:noFill/>
        </p:spPr>
        <p:txBody>
          <a:bodyPr wrap="square" rtlCol="0">
            <a:spAutoFit/>
          </a:bodyPr>
          <a:lstStyle/>
          <a:p>
            <a:pPr algn="ctr"/>
            <a:r>
              <a:rPr lang="en-IN" sz="2000" b="1" dirty="0">
                <a:solidFill>
                  <a:schemeClr val="bg1"/>
                </a:solidFill>
                <a:latin typeface="Times New Roman" panose="02020603050405020304" pitchFamily="18" charset="0"/>
                <a:cs typeface="Times New Roman" panose="02020603050405020304" pitchFamily="18" charset="0"/>
              </a:rPr>
              <a:t>Disease progresses on average</a:t>
            </a:r>
          </a:p>
        </p:txBody>
      </p:sp>
      <p:sp>
        <p:nvSpPr>
          <p:cNvPr id="10" name="Oval 9">
            <a:extLst>
              <a:ext uri="{FF2B5EF4-FFF2-40B4-BE49-F238E27FC236}">
                <a16:creationId xmlns:a16="http://schemas.microsoft.com/office/drawing/2014/main" id="{C6FAD621-CB5B-54E6-F4E4-6AC4B0E39648}"/>
              </a:ext>
            </a:extLst>
          </p:cNvPr>
          <p:cNvSpPr/>
          <p:nvPr/>
        </p:nvSpPr>
        <p:spPr>
          <a:xfrm>
            <a:off x="7067519" y="4556243"/>
            <a:ext cx="3431628" cy="184193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4A597B05-835B-B16A-8A76-D35375363AFF}"/>
              </a:ext>
            </a:extLst>
          </p:cNvPr>
          <p:cNvSpPr txBox="1"/>
          <p:nvPr/>
        </p:nvSpPr>
        <p:spPr>
          <a:xfrm>
            <a:off x="7180561" y="5046928"/>
            <a:ext cx="3205544" cy="707886"/>
          </a:xfrm>
          <a:prstGeom prst="rect">
            <a:avLst/>
          </a:prstGeom>
          <a:noFill/>
        </p:spPr>
        <p:txBody>
          <a:bodyPr wrap="square" rtlCol="0">
            <a:spAutoFit/>
          </a:bodyPr>
          <a:lstStyle/>
          <a:p>
            <a:pPr algn="ctr"/>
            <a:r>
              <a:rPr lang="en-US" sz="2000" b="1" dirty="0">
                <a:solidFill>
                  <a:schemeClr val="bg1"/>
                </a:solidFill>
                <a:latin typeface="Times New Roman" panose="02020603050405020304" pitchFamily="18" charset="0"/>
                <a:cs typeface="Times New Roman" panose="02020603050405020304" pitchFamily="18" charset="0"/>
              </a:rPr>
              <a:t>Range of disease trajectories across patients</a:t>
            </a:r>
            <a:endParaRPr lang="en-IN" sz="1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46231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40955-7083-A451-B2C6-47D4B045AA52}"/>
              </a:ext>
            </a:extLst>
          </p:cNvPr>
          <p:cNvSpPr>
            <a:spLocks noGrp="1"/>
          </p:cNvSpPr>
          <p:nvPr>
            <p:ph type="title"/>
          </p:nvPr>
        </p:nvSpPr>
        <p:spPr>
          <a:xfrm>
            <a:off x="603435" y="0"/>
            <a:ext cx="10772775" cy="1658198"/>
          </a:xfrm>
        </p:spPr>
        <p:txBody>
          <a:bodyPr>
            <a:normAutofit/>
          </a:bodyPr>
          <a:lstStyle/>
          <a:p>
            <a:r>
              <a:rPr lang="en-IN" sz="4400" dirty="0">
                <a:latin typeface="Times New Roman" panose="02020603050405020304" pitchFamily="18" charset="0"/>
                <a:cs typeface="Times New Roman" panose="02020603050405020304" pitchFamily="18" charset="0"/>
              </a:rPr>
              <a:t>Challenges</a:t>
            </a:r>
          </a:p>
        </p:txBody>
      </p:sp>
      <p:sp>
        <p:nvSpPr>
          <p:cNvPr id="3" name="Content Placeholder 2">
            <a:extLst>
              <a:ext uri="{FF2B5EF4-FFF2-40B4-BE49-F238E27FC236}">
                <a16:creationId xmlns:a16="http://schemas.microsoft.com/office/drawing/2014/main" id="{A1190FB3-37DB-E199-E56F-CD2B45B0E13D}"/>
              </a:ext>
            </a:extLst>
          </p:cNvPr>
          <p:cNvSpPr>
            <a:spLocks noGrp="1"/>
          </p:cNvSpPr>
          <p:nvPr>
            <p:ph idx="1"/>
          </p:nvPr>
        </p:nvSpPr>
        <p:spPr>
          <a:xfrm>
            <a:off x="622485" y="1545907"/>
            <a:ext cx="10753725" cy="3766185"/>
          </a:xfrm>
        </p:spPr>
        <p:txBody>
          <a:bodyPr/>
          <a:lstStyle/>
          <a:p>
            <a:pPr>
              <a:buFont typeface="Wingdings" panose="05000000000000000000" pitchFamily="2" charset="2"/>
              <a:buChar char="q"/>
            </a:pPr>
            <a:r>
              <a:rPr lang="en-US" dirty="0"/>
              <a:t> </a:t>
            </a:r>
            <a:r>
              <a:rPr lang="en-US" dirty="0">
                <a:latin typeface="Times New Roman" panose="02020603050405020304" pitchFamily="18" charset="0"/>
                <a:cs typeface="Times New Roman" panose="02020603050405020304" pitchFamily="18" charset="0"/>
              </a:rPr>
              <a:t>Disease modeling should link a patient's age at diagnosis with a specific disease  stage on a </a:t>
            </a:r>
            <a:r>
              <a:rPr lang="en-US" b="1" u="sng" dirty="0">
                <a:latin typeface="Times New Roman" panose="02020603050405020304" pitchFamily="18" charset="0"/>
                <a:cs typeface="Times New Roman" panose="02020603050405020304" pitchFamily="18" charset="0"/>
              </a:rPr>
              <a:t>normalized timeline</a:t>
            </a:r>
            <a:r>
              <a:rPr lang="en-US" dirty="0">
                <a:latin typeface="Times New Roman" panose="02020603050405020304" pitchFamily="18" charset="0"/>
                <a:cs typeface="Times New Roman" panose="02020603050405020304" pitchFamily="18" charset="0"/>
              </a:rPr>
              <a:t>.</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 Aggregated scores with time warp functions for Alzheimer’s or Parkinson’s (ADA-scale, The Movement Disorder Society-Sponsored Revision of the Unified Parkinson's Disease Rating Scale (MDS-UPDRS) )</a:t>
            </a:r>
          </a:p>
          <a:p>
            <a:pPr>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Trade off between interpretability and flexibility</a:t>
            </a:r>
          </a:p>
          <a:p>
            <a:pPr>
              <a:buFont typeface="Wingdings" panose="05000000000000000000" pitchFamily="2" charset="2"/>
              <a:buChar char="q"/>
            </a:pPr>
            <a:endParaRPr lang="en-US" dirty="0"/>
          </a:p>
        </p:txBody>
      </p:sp>
      <p:pic>
        <p:nvPicPr>
          <p:cNvPr id="4" name="Picture 3">
            <a:extLst>
              <a:ext uri="{FF2B5EF4-FFF2-40B4-BE49-F238E27FC236}">
                <a16:creationId xmlns:a16="http://schemas.microsoft.com/office/drawing/2014/main" id="{3F77AE45-0D74-0E38-9649-C50AAA3376E5}"/>
              </a:ext>
            </a:extLst>
          </p:cNvPr>
          <p:cNvPicPr>
            <a:picLocks noChangeAspect="1"/>
          </p:cNvPicPr>
          <p:nvPr/>
        </p:nvPicPr>
        <p:blipFill>
          <a:blip r:embed="rId2"/>
          <a:stretch>
            <a:fillRect/>
          </a:stretch>
        </p:blipFill>
        <p:spPr>
          <a:xfrm>
            <a:off x="6749080" y="3972932"/>
            <a:ext cx="2794314" cy="2533453"/>
          </a:xfrm>
          <a:prstGeom prst="rect">
            <a:avLst/>
          </a:prstGeom>
        </p:spPr>
      </p:pic>
      <p:pic>
        <p:nvPicPr>
          <p:cNvPr id="5" name="Picture 4">
            <a:extLst>
              <a:ext uri="{FF2B5EF4-FFF2-40B4-BE49-F238E27FC236}">
                <a16:creationId xmlns:a16="http://schemas.microsoft.com/office/drawing/2014/main" id="{F23A071A-1C43-D608-0831-71EFF16BF67F}"/>
              </a:ext>
            </a:extLst>
          </p:cNvPr>
          <p:cNvPicPr>
            <a:picLocks noChangeAspect="1"/>
          </p:cNvPicPr>
          <p:nvPr/>
        </p:nvPicPr>
        <p:blipFill>
          <a:blip r:embed="rId3"/>
          <a:stretch>
            <a:fillRect/>
          </a:stretch>
        </p:blipFill>
        <p:spPr>
          <a:xfrm>
            <a:off x="2028495" y="4077230"/>
            <a:ext cx="3641297" cy="2427531"/>
          </a:xfrm>
          <a:prstGeom prst="rect">
            <a:avLst/>
          </a:prstGeom>
        </p:spPr>
      </p:pic>
    </p:spTree>
    <p:extLst>
      <p:ext uri="{BB962C8B-B14F-4D97-AF65-F5344CB8AC3E}">
        <p14:creationId xmlns:p14="http://schemas.microsoft.com/office/powerpoint/2010/main" val="829724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E0ABB-03CF-249F-9FF0-AEDB90D116B8}"/>
              </a:ext>
            </a:extLst>
          </p:cNvPr>
          <p:cNvSpPr>
            <a:spLocks noGrp="1"/>
          </p:cNvSpPr>
          <p:nvPr>
            <p:ph type="title"/>
          </p:nvPr>
        </p:nvSpPr>
        <p:spPr>
          <a:xfrm>
            <a:off x="761619" y="394430"/>
            <a:ext cx="10772775" cy="1658198"/>
          </a:xfrm>
        </p:spPr>
        <p:txBody>
          <a:bodyPr>
            <a:normAutofit/>
          </a:bodyPr>
          <a:lstStyle/>
          <a:p>
            <a:r>
              <a:rPr lang="en-IN" sz="4400" dirty="0">
                <a:latin typeface="Times New Roman" panose="02020603050405020304" pitchFamily="18" charset="0"/>
                <a:cs typeface="Times New Roman" panose="02020603050405020304" pitchFamily="18" charset="0"/>
              </a:rPr>
              <a:t>Goal</a:t>
            </a:r>
          </a:p>
        </p:txBody>
      </p:sp>
      <p:sp>
        <p:nvSpPr>
          <p:cNvPr id="3" name="Content Placeholder 2">
            <a:extLst>
              <a:ext uri="{FF2B5EF4-FFF2-40B4-BE49-F238E27FC236}">
                <a16:creationId xmlns:a16="http://schemas.microsoft.com/office/drawing/2014/main" id="{73961CBB-7011-B49C-835B-088C4000EACD}"/>
              </a:ext>
            </a:extLst>
          </p:cNvPr>
          <p:cNvSpPr>
            <a:spLocks noGrp="1"/>
          </p:cNvSpPr>
          <p:nvPr>
            <p:ph idx="1"/>
          </p:nvPr>
        </p:nvSpPr>
        <p:spPr/>
        <p:txBody>
          <a:bodyPr>
            <a:normAutofit/>
          </a:bodyPr>
          <a:lstStyle/>
          <a:p>
            <a:pPr>
              <a:buFont typeface="Wingdings" panose="05000000000000000000" pitchFamily="2" charset="2"/>
              <a:buChar char="q"/>
            </a:pPr>
            <a:r>
              <a:rPr lang="en-IN" dirty="0"/>
              <a:t> </a:t>
            </a:r>
            <a:r>
              <a:rPr lang="en-IN" dirty="0">
                <a:latin typeface="Times New Roman" panose="02020603050405020304" pitchFamily="18" charset="0"/>
                <a:cs typeface="Times New Roman" panose="02020603050405020304" pitchFamily="18" charset="0"/>
              </a:rPr>
              <a:t>Disease course mapping (DCM) is a disease modelling technique disentangles two sources of variability in a longitudinal data</a:t>
            </a:r>
          </a:p>
          <a:p>
            <a:pPr marL="457200" indent="-457200">
              <a:buAutoNum type="arabicParenR"/>
            </a:pPr>
            <a:r>
              <a:rPr lang="en-IN" dirty="0">
                <a:latin typeface="Times New Roman" panose="02020603050405020304" pitchFamily="18" charset="0"/>
                <a:cs typeface="Times New Roman" panose="02020603050405020304" pitchFamily="18" charset="0"/>
              </a:rPr>
              <a:t>Changes in the dynamics of the disease progression</a:t>
            </a:r>
          </a:p>
          <a:p>
            <a:pPr marL="457200" indent="-457200">
              <a:buAutoNum type="arabicParenR"/>
            </a:pPr>
            <a:r>
              <a:rPr lang="en-IN" dirty="0">
                <a:latin typeface="Times New Roman" panose="02020603050405020304" pitchFamily="18" charset="0"/>
                <a:cs typeface="Times New Roman" panose="02020603050405020304" pitchFamily="18" charset="0"/>
              </a:rPr>
              <a:t>Varying values for each item at a given disease stage</a:t>
            </a:r>
          </a:p>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 Extend the approach to binary or categorical variables</a:t>
            </a:r>
          </a:p>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 Disease timeline</a:t>
            </a:r>
          </a:p>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 Multivariate</a:t>
            </a:r>
          </a:p>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 Inter-patient variability (individual parameters)</a:t>
            </a:r>
          </a:p>
          <a:p>
            <a:pPr marL="0" indent="0">
              <a:buNone/>
            </a:pPr>
            <a:endParaRPr lang="en-IN" dirty="0"/>
          </a:p>
        </p:txBody>
      </p:sp>
    </p:spTree>
    <p:extLst>
      <p:ext uri="{BB962C8B-B14F-4D97-AF65-F5344CB8AC3E}">
        <p14:creationId xmlns:p14="http://schemas.microsoft.com/office/powerpoint/2010/main" val="36119065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EF62D-0B31-0254-7EA0-5CF92EAECB0A}"/>
              </a:ext>
            </a:extLst>
          </p:cNvPr>
          <p:cNvSpPr>
            <a:spLocks noGrp="1"/>
          </p:cNvSpPr>
          <p:nvPr>
            <p:ph type="title"/>
          </p:nvPr>
        </p:nvSpPr>
        <p:spPr>
          <a:xfrm>
            <a:off x="415486" y="82126"/>
            <a:ext cx="10772775" cy="1658198"/>
          </a:xfrm>
        </p:spPr>
        <p:txBody>
          <a:bodyPr>
            <a:normAutofit/>
          </a:bodyPr>
          <a:lstStyle/>
          <a:p>
            <a:r>
              <a:rPr lang="en-IN" sz="4400" dirty="0">
                <a:latin typeface="Times New Roman" panose="02020603050405020304" pitchFamily="18" charset="0"/>
                <a:cs typeface="Times New Roman" panose="02020603050405020304" pitchFamily="18" charset="0"/>
              </a:rPr>
              <a:t>Related work</a:t>
            </a:r>
          </a:p>
        </p:txBody>
      </p:sp>
      <p:sp>
        <p:nvSpPr>
          <p:cNvPr id="3" name="Content Placeholder 2">
            <a:extLst>
              <a:ext uri="{FF2B5EF4-FFF2-40B4-BE49-F238E27FC236}">
                <a16:creationId xmlns:a16="http://schemas.microsoft.com/office/drawing/2014/main" id="{CC4C9F79-959F-DA3C-CCCC-AC3011C1D58F}"/>
              </a:ext>
            </a:extLst>
          </p:cNvPr>
          <p:cNvSpPr txBox="1">
            <a:spLocks/>
          </p:cNvSpPr>
          <p:nvPr/>
        </p:nvSpPr>
        <p:spPr>
          <a:xfrm>
            <a:off x="676656" y="2011680"/>
            <a:ext cx="10753725" cy="3766185"/>
          </a:xfrm>
          <a:prstGeom prst="rect">
            <a:avLst/>
          </a:prstGeom>
        </p:spPr>
        <p:txBody>
          <a:bodyPr>
            <a:norm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marL="0" indent="0">
              <a:buNone/>
            </a:pPr>
            <a:endParaRPr lang="en-IN" dirty="0"/>
          </a:p>
        </p:txBody>
      </p:sp>
      <p:graphicFrame>
        <p:nvGraphicFramePr>
          <p:cNvPr id="4" name="Table 4">
            <a:extLst>
              <a:ext uri="{FF2B5EF4-FFF2-40B4-BE49-F238E27FC236}">
                <a16:creationId xmlns:a16="http://schemas.microsoft.com/office/drawing/2014/main" id="{9E5314DD-B0DE-AF26-BD64-BC29CA3CC11E}"/>
              </a:ext>
            </a:extLst>
          </p:cNvPr>
          <p:cNvGraphicFramePr>
            <a:graphicFrameLocks noGrp="1"/>
          </p:cNvGraphicFramePr>
          <p:nvPr>
            <p:extLst>
              <p:ext uri="{D42A27DB-BD31-4B8C-83A1-F6EECF244321}">
                <p14:modId xmlns:p14="http://schemas.microsoft.com/office/powerpoint/2010/main" val="2408902229"/>
              </p:ext>
            </p:extLst>
          </p:nvPr>
        </p:nvGraphicFramePr>
        <p:xfrm>
          <a:off x="1737873" y="1461452"/>
          <a:ext cx="8128000" cy="4495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55810923"/>
                    </a:ext>
                  </a:extLst>
                </a:gridCol>
                <a:gridCol w="4064000">
                  <a:extLst>
                    <a:ext uri="{9D8B030D-6E8A-4147-A177-3AD203B41FA5}">
                      <a16:colId xmlns:a16="http://schemas.microsoft.com/office/drawing/2014/main" val="452609291"/>
                    </a:ext>
                  </a:extLst>
                </a:gridCol>
              </a:tblGrid>
              <a:tr h="370840">
                <a:tc>
                  <a:txBody>
                    <a:bodyPr/>
                    <a:lstStyle/>
                    <a:p>
                      <a:r>
                        <a:rPr lang="en-IN" dirty="0">
                          <a:latin typeface="Times New Roman" panose="02020603050405020304" pitchFamily="18" charset="0"/>
                          <a:cs typeface="Times New Roman" panose="02020603050405020304" pitchFamily="18" charset="0"/>
                        </a:rPr>
                        <a:t>Models</a:t>
                      </a:r>
                    </a:p>
                  </a:txBody>
                  <a:tcPr/>
                </a:tc>
                <a:tc>
                  <a:txBody>
                    <a:bodyPr/>
                    <a:lstStyle/>
                    <a:p>
                      <a:r>
                        <a:rPr lang="en-IN" dirty="0">
                          <a:latin typeface="Times New Roman" panose="02020603050405020304" pitchFamily="18" charset="0"/>
                          <a:cs typeface="Times New Roman" panose="02020603050405020304" pitchFamily="18" charset="0"/>
                        </a:rPr>
                        <a:t>Disadvantages</a:t>
                      </a:r>
                    </a:p>
                  </a:txBody>
                  <a:tcPr/>
                </a:tc>
                <a:extLst>
                  <a:ext uri="{0D108BD9-81ED-4DB2-BD59-A6C34878D82A}">
                    <a16:rowId xmlns:a16="http://schemas.microsoft.com/office/drawing/2014/main" val="1245673514"/>
                  </a:ext>
                </a:extLst>
              </a:tr>
              <a:tr h="370840">
                <a:tc>
                  <a:txBody>
                    <a:bodyPr/>
                    <a:lstStyle/>
                    <a:p>
                      <a:r>
                        <a:rPr lang="en-IN" dirty="0" err="1">
                          <a:latin typeface="Times New Roman" panose="02020603050405020304" pitchFamily="18" charset="0"/>
                          <a:cs typeface="Times New Roman" panose="02020603050405020304" pitchFamily="18" charset="0"/>
                        </a:rPr>
                        <a:t>SuStaIn</a:t>
                      </a:r>
                      <a:r>
                        <a:rPr lang="en-IN" dirty="0">
                          <a:latin typeface="Times New Roman" panose="02020603050405020304" pitchFamily="18" charset="0"/>
                          <a:cs typeface="Times New Roman" panose="02020603050405020304" pitchFamily="18" charset="0"/>
                        </a:rPr>
                        <a:t> (Subtype and Stage Inference)</a:t>
                      </a:r>
                    </a:p>
                  </a:txBody>
                  <a:tcPr/>
                </a:tc>
                <a:tc>
                  <a:txBody>
                    <a:bodyPr/>
                    <a:lstStyle/>
                    <a:p>
                      <a:r>
                        <a:rPr lang="en-IN" dirty="0">
                          <a:latin typeface="Times New Roman" panose="02020603050405020304" pitchFamily="18" charset="0"/>
                          <a:cs typeface="Times New Roman" panose="02020603050405020304" pitchFamily="18" charset="0"/>
                        </a:rPr>
                        <a:t>Not multivariate</a:t>
                      </a:r>
                    </a:p>
                  </a:txBody>
                  <a:tcPr/>
                </a:tc>
                <a:extLst>
                  <a:ext uri="{0D108BD9-81ED-4DB2-BD59-A6C34878D82A}">
                    <a16:rowId xmlns:a16="http://schemas.microsoft.com/office/drawing/2014/main" val="3369649913"/>
                  </a:ext>
                </a:extLst>
              </a:tr>
              <a:tr h="370840">
                <a:tc>
                  <a:txBody>
                    <a:bodyPr/>
                    <a:lstStyle/>
                    <a:p>
                      <a:r>
                        <a:rPr lang="en-IN" dirty="0">
                          <a:latin typeface="Times New Roman" panose="02020603050405020304" pitchFamily="18" charset="0"/>
                          <a:cs typeface="Times New Roman" panose="02020603050405020304" pitchFamily="18" charset="0"/>
                        </a:rPr>
                        <a:t>Linear mixed effect model</a:t>
                      </a:r>
                    </a:p>
                  </a:txBody>
                  <a:tcPr/>
                </a:tc>
                <a:tc>
                  <a:txBody>
                    <a:bodyPr/>
                    <a:lstStyle/>
                    <a:p>
                      <a:r>
                        <a:rPr lang="en-IN" dirty="0">
                          <a:latin typeface="Times New Roman" panose="02020603050405020304" pitchFamily="18" charset="0"/>
                          <a:cs typeface="Times New Roman" panose="02020603050405020304" pitchFamily="18" charset="0"/>
                        </a:rPr>
                        <a:t>Diseases are mostly non-linear</a:t>
                      </a:r>
                    </a:p>
                  </a:txBody>
                  <a:tcPr/>
                </a:tc>
                <a:extLst>
                  <a:ext uri="{0D108BD9-81ED-4DB2-BD59-A6C34878D82A}">
                    <a16:rowId xmlns:a16="http://schemas.microsoft.com/office/drawing/2014/main" val="4045637660"/>
                  </a:ext>
                </a:extLst>
              </a:tr>
              <a:tr h="370840">
                <a:tc>
                  <a:txBody>
                    <a:bodyPr/>
                    <a:lstStyle/>
                    <a:p>
                      <a:r>
                        <a:rPr lang="en-IN" dirty="0">
                          <a:latin typeface="Times New Roman" panose="02020603050405020304" pitchFamily="18" charset="0"/>
                          <a:cs typeface="Times New Roman" panose="02020603050405020304" pitchFamily="18" charset="0"/>
                        </a:rPr>
                        <a:t>Non linear mixed effect model</a:t>
                      </a:r>
                    </a:p>
                  </a:txBody>
                  <a:tcPr/>
                </a:tc>
                <a:tc>
                  <a:txBody>
                    <a:bodyPr/>
                    <a:lstStyle/>
                    <a:p>
                      <a:r>
                        <a:rPr lang="en-IN" dirty="0">
                          <a:latin typeface="Times New Roman" panose="02020603050405020304" pitchFamily="18" charset="0"/>
                          <a:cs typeface="Times New Roman" panose="02020603050405020304" pitchFamily="18" charset="0"/>
                        </a:rPr>
                        <a:t>Multivariate extensions are very diverse</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Fine grained models based on imaging</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Dynamical models relying on differential equations</a:t>
                      </a:r>
                    </a:p>
                  </a:txBody>
                  <a:tcPr/>
                </a:tc>
                <a:extLst>
                  <a:ext uri="{0D108BD9-81ED-4DB2-BD59-A6C34878D82A}">
                    <a16:rowId xmlns:a16="http://schemas.microsoft.com/office/drawing/2014/main" val="3594023247"/>
                  </a:ext>
                </a:extLst>
              </a:tr>
              <a:tr h="370840">
                <a:tc>
                  <a:txBody>
                    <a:bodyPr/>
                    <a:lstStyle/>
                    <a:p>
                      <a:r>
                        <a:rPr lang="en-IN" dirty="0">
                          <a:latin typeface="Times New Roman" panose="02020603050405020304" pitchFamily="18" charset="0"/>
                          <a:cs typeface="Times New Roman" panose="02020603050405020304" pitchFamily="18" charset="0"/>
                        </a:rPr>
                        <a:t>Disease course mapping (geometric mixed effect framework)</a:t>
                      </a:r>
                    </a:p>
                  </a:txBody>
                  <a:tcPr/>
                </a:tc>
                <a:tc>
                  <a:txBody>
                    <a:bodyPr/>
                    <a:lstStyle/>
                    <a:p>
                      <a:r>
                        <a:rPr lang="en-IN" dirty="0">
                          <a:latin typeface="Times New Roman" panose="02020603050405020304" pitchFamily="18" charset="0"/>
                          <a:cs typeface="Times New Roman" panose="02020603050405020304" pitchFamily="18" charset="0"/>
                        </a:rPr>
                        <a:t>Continuous variables</a:t>
                      </a:r>
                    </a:p>
                  </a:txBody>
                  <a:tcPr/>
                </a:tc>
                <a:extLst>
                  <a:ext uri="{0D108BD9-81ED-4DB2-BD59-A6C34878D82A}">
                    <a16:rowId xmlns:a16="http://schemas.microsoft.com/office/drawing/2014/main" val="1238034416"/>
                  </a:ext>
                </a:extLst>
              </a:tr>
              <a:tr h="370840">
                <a:tc>
                  <a:txBody>
                    <a:bodyPr/>
                    <a:lstStyle/>
                    <a:p>
                      <a:r>
                        <a:rPr lang="en-IN" dirty="0">
                          <a:latin typeface="Times New Roman" panose="02020603050405020304" pitchFamily="18" charset="0"/>
                          <a:cs typeface="Times New Roman" panose="02020603050405020304" pitchFamily="18" charset="0"/>
                        </a:rPr>
                        <a:t>IRT models for longitudinal data</a:t>
                      </a:r>
                    </a:p>
                  </a:txBody>
                  <a:tcPr/>
                </a:tc>
                <a:tc>
                  <a:txBody>
                    <a:bodyPr/>
                    <a:lstStyle/>
                    <a:p>
                      <a:r>
                        <a:rPr lang="en-IN" dirty="0">
                          <a:latin typeface="Times New Roman" panose="02020603050405020304" pitchFamily="18" charset="0"/>
                          <a:cs typeface="Times New Roman" panose="02020603050405020304" pitchFamily="18" charset="0"/>
                        </a:rPr>
                        <a:t>Very few latent parameters (1 per individual)</a:t>
                      </a:r>
                    </a:p>
                  </a:txBody>
                  <a:tcPr/>
                </a:tc>
                <a:extLst>
                  <a:ext uri="{0D108BD9-81ED-4DB2-BD59-A6C34878D82A}">
                    <a16:rowId xmlns:a16="http://schemas.microsoft.com/office/drawing/2014/main" val="140948940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Multidimensional IRT models for longitudinal data</a:t>
                      </a:r>
                    </a:p>
                    <a:p>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Have not been applied to disease progression modelling</a:t>
                      </a:r>
                    </a:p>
                  </a:txBody>
                  <a:tcPr/>
                </a:tc>
                <a:extLst>
                  <a:ext uri="{0D108BD9-81ED-4DB2-BD59-A6C34878D82A}">
                    <a16:rowId xmlns:a16="http://schemas.microsoft.com/office/drawing/2014/main" val="4142340221"/>
                  </a:ext>
                </a:extLst>
              </a:tr>
            </a:tbl>
          </a:graphicData>
        </a:graphic>
      </p:graphicFrame>
    </p:spTree>
    <p:extLst>
      <p:ext uri="{BB962C8B-B14F-4D97-AF65-F5344CB8AC3E}">
        <p14:creationId xmlns:p14="http://schemas.microsoft.com/office/powerpoint/2010/main" val="9785733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E4935-CC26-8B5D-9743-4FB476AF6DA3}"/>
              </a:ext>
            </a:extLst>
          </p:cNvPr>
          <p:cNvSpPr>
            <a:spLocks noGrp="1"/>
          </p:cNvSpPr>
          <p:nvPr>
            <p:ph type="title"/>
          </p:nvPr>
        </p:nvSpPr>
        <p:spPr>
          <a:xfrm>
            <a:off x="310764" y="67604"/>
            <a:ext cx="10772775" cy="1658198"/>
          </a:xfrm>
        </p:spPr>
        <p:txBody>
          <a:bodyPr/>
          <a:lstStyle/>
          <a:p>
            <a:pPr algn="ctr"/>
            <a:r>
              <a:rPr lang="en-IN" u="sng" dirty="0">
                <a:latin typeface="Times New Roman" panose="02020603050405020304" pitchFamily="18" charset="0"/>
                <a:cs typeface="Times New Roman" panose="02020603050405020304" pitchFamily="18" charset="0"/>
              </a:rPr>
              <a:t>Method</a:t>
            </a:r>
          </a:p>
        </p:txBody>
      </p:sp>
      <p:sp>
        <p:nvSpPr>
          <p:cNvPr id="3" name="Content Placeholder 2">
            <a:extLst>
              <a:ext uri="{FF2B5EF4-FFF2-40B4-BE49-F238E27FC236}">
                <a16:creationId xmlns:a16="http://schemas.microsoft.com/office/drawing/2014/main" id="{9E99D395-5984-C75D-A5B4-31C56A7BCAB4}"/>
              </a:ext>
            </a:extLst>
          </p:cNvPr>
          <p:cNvSpPr>
            <a:spLocks noGrp="1"/>
          </p:cNvSpPr>
          <p:nvPr>
            <p:ph idx="1"/>
          </p:nvPr>
        </p:nvSpPr>
        <p:spPr>
          <a:xfrm>
            <a:off x="519000" y="1617542"/>
            <a:ext cx="10753725" cy="3766185"/>
          </a:xfrm>
        </p:spPr>
        <p:txBody>
          <a:bodyPr>
            <a:normAutofit/>
          </a:bodyPr>
          <a:lstStyle/>
          <a:p>
            <a:r>
              <a:rPr lang="en-US" dirty="0">
                <a:latin typeface="Times New Roman" panose="02020603050405020304" pitchFamily="18" charset="0"/>
                <a:cs typeface="Times New Roman" panose="02020603050405020304" pitchFamily="18" charset="0"/>
              </a:rPr>
              <a:t>The model discussed here is a disease course mapping model based on a geometric mixed-effect framework. </a:t>
            </a:r>
          </a:p>
          <a:p>
            <a:r>
              <a:rPr lang="en-US" dirty="0">
                <a:latin typeface="Times New Roman" panose="02020603050405020304" pitchFamily="18" charset="0"/>
                <a:cs typeface="Times New Roman" panose="02020603050405020304" pitchFamily="18" charset="0"/>
              </a:rPr>
              <a:t>Geometric models constitute a flexible approach to describe complex non-linear multidimensional data while providing interpretable parameters, which is crucial for clinical acceptation.</a:t>
            </a: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35857908-3A7E-322D-9A98-9A5A378ECF40}"/>
              </a:ext>
            </a:extLst>
          </p:cNvPr>
          <p:cNvPicPr>
            <a:picLocks noChangeAspect="1"/>
          </p:cNvPicPr>
          <p:nvPr/>
        </p:nvPicPr>
        <p:blipFill>
          <a:blip r:embed="rId2"/>
          <a:stretch>
            <a:fillRect/>
          </a:stretch>
        </p:blipFill>
        <p:spPr>
          <a:xfrm>
            <a:off x="3366954" y="3331779"/>
            <a:ext cx="6412921" cy="3375636"/>
          </a:xfrm>
          <a:prstGeom prst="rect">
            <a:avLst/>
          </a:prstGeom>
        </p:spPr>
      </p:pic>
    </p:spTree>
    <p:extLst>
      <p:ext uri="{BB962C8B-B14F-4D97-AF65-F5344CB8AC3E}">
        <p14:creationId xmlns:p14="http://schemas.microsoft.com/office/powerpoint/2010/main" val="26768460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A296305-5272-D905-30CE-D26FA2221B0A}"/>
              </a:ext>
            </a:extLst>
          </p:cNvPr>
          <p:cNvPicPr>
            <a:picLocks noGrp="1" noChangeAspect="1"/>
          </p:cNvPicPr>
          <p:nvPr>
            <p:ph idx="1"/>
          </p:nvPr>
        </p:nvPicPr>
        <p:blipFill rotWithShape="1">
          <a:blip r:embed="rId2"/>
          <a:srcRect r="985" b="4596"/>
          <a:stretch/>
        </p:blipFill>
        <p:spPr>
          <a:xfrm>
            <a:off x="599052" y="490059"/>
            <a:ext cx="5281488" cy="3498617"/>
          </a:xfrm>
        </p:spPr>
      </p:pic>
      <p:sp>
        <p:nvSpPr>
          <p:cNvPr id="6" name="TextBox 5">
            <a:extLst>
              <a:ext uri="{FF2B5EF4-FFF2-40B4-BE49-F238E27FC236}">
                <a16:creationId xmlns:a16="http://schemas.microsoft.com/office/drawing/2014/main" id="{F053299D-BAAD-F722-E527-5A5520B23284}"/>
              </a:ext>
            </a:extLst>
          </p:cNvPr>
          <p:cNvSpPr txBox="1"/>
          <p:nvPr/>
        </p:nvSpPr>
        <p:spPr>
          <a:xfrm>
            <a:off x="6689872" y="249108"/>
            <a:ext cx="4955627" cy="674030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term </a:t>
            </a:r>
            <a:r>
              <a:rPr lang="en-US" u="sng" dirty="0">
                <a:latin typeface="Times New Roman" panose="02020603050405020304" pitchFamily="18" charset="0"/>
                <a:cs typeface="Times New Roman" panose="02020603050405020304" pitchFamily="18" charset="0"/>
              </a:rPr>
              <a:t>manifold</a:t>
            </a:r>
            <a:r>
              <a:rPr lang="en-US" dirty="0">
                <a:latin typeface="Times New Roman" panose="02020603050405020304" pitchFamily="18" charset="0"/>
                <a:cs typeface="Times New Roman" panose="02020603050405020304" pitchFamily="18" charset="0"/>
              </a:rPr>
              <a:t> represents an abstract mathematical space where the neighborhood of every point resembles Euclidean space.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 </a:t>
            </a:r>
            <a:r>
              <a:rPr lang="en-US" u="sng" dirty="0">
                <a:latin typeface="Times New Roman" panose="02020603050405020304" pitchFamily="18" charset="0"/>
                <a:cs typeface="Times New Roman" panose="02020603050405020304" pitchFamily="18" charset="0"/>
              </a:rPr>
              <a:t>smooth manifold</a:t>
            </a:r>
            <a:r>
              <a:rPr lang="en-US" dirty="0">
                <a:latin typeface="Times New Roman" panose="02020603050405020304" pitchFamily="18" charset="0"/>
                <a:cs typeface="Times New Roman" panose="02020603050405020304" pitchFamily="18" charset="0"/>
              </a:rPr>
              <a:t> is a type of manifold equipped with an additional structure that allows for smooth, differentiable functions to be defined on it.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a:t>
            </a:r>
            <a:r>
              <a:rPr lang="en-US" u="sng" dirty="0">
                <a:latin typeface="Times New Roman" panose="02020603050405020304" pitchFamily="18" charset="0"/>
                <a:cs typeface="Times New Roman" panose="02020603050405020304" pitchFamily="18" charset="0"/>
              </a:rPr>
              <a:t>Riemannian manifold </a:t>
            </a:r>
            <a:r>
              <a:rPr lang="en-US" dirty="0">
                <a:latin typeface="Times New Roman" panose="02020603050405020304" pitchFamily="18" charset="0"/>
                <a:cs typeface="Times New Roman" panose="02020603050405020304" pitchFamily="18" charset="0"/>
              </a:rPr>
              <a:t>can also be defined as smooth manifolds with </a:t>
            </a:r>
            <a:r>
              <a:rPr lang="en-US" u="sng" dirty="0">
                <a:latin typeface="Times New Roman" panose="02020603050405020304" pitchFamily="18" charset="0"/>
                <a:cs typeface="Times New Roman" panose="02020603050405020304" pitchFamily="18" charset="0"/>
              </a:rPr>
              <a:t>Riemannian metrics </a:t>
            </a:r>
            <a:r>
              <a:rPr lang="en-US" dirty="0">
                <a:latin typeface="Times New Roman" panose="02020603050405020304" pitchFamily="18" charset="0"/>
                <a:cs typeface="Times New Roman" panose="02020603050405020304" pitchFamily="18" charset="0"/>
              </a:rPr>
              <a:t>that define the shortest distance (otherwise called </a:t>
            </a:r>
            <a:r>
              <a:rPr lang="en-US" u="sng" dirty="0">
                <a:latin typeface="Times New Roman" panose="02020603050405020304" pitchFamily="18" charset="0"/>
                <a:cs typeface="Times New Roman" panose="02020603050405020304" pitchFamily="18" charset="0"/>
              </a:rPr>
              <a:t>geodesics</a:t>
            </a:r>
            <a:r>
              <a:rPr lang="en-US" dirty="0">
                <a:latin typeface="Times New Roman" panose="02020603050405020304" pitchFamily="18" charset="0"/>
                <a:cs typeface="Times New Roman" panose="02020603050405020304" pitchFamily="18" charset="0"/>
              </a:rPr>
              <a:t>) from one point to another. </a:t>
            </a:r>
          </a:p>
          <a:p>
            <a:endParaRPr lang="en-US" dirty="0">
              <a:latin typeface="Times New Roman" panose="02020603050405020304" pitchFamily="18" charset="0"/>
              <a:cs typeface="Times New Roman" panose="02020603050405020304" pitchFamily="18" charset="0"/>
            </a:endParaRPr>
          </a:p>
          <a:p>
            <a:r>
              <a:rPr lang="en-US" u="sng" dirty="0">
                <a:latin typeface="Times New Roman" panose="02020603050405020304" pitchFamily="18" charset="0"/>
                <a:cs typeface="Times New Roman" panose="02020603050405020304" pitchFamily="18" charset="0"/>
              </a:rPr>
              <a:t>Geodesics</a:t>
            </a:r>
            <a:r>
              <a:rPr lang="en-US" dirty="0">
                <a:latin typeface="Times New Roman" panose="02020603050405020304" pitchFamily="18" charset="0"/>
                <a:cs typeface="Times New Roman" panose="02020603050405020304" pitchFamily="18" charset="0"/>
              </a:rPr>
              <a:t> are crucial in understanding the geometry and curvature of the manifold.</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 this setting, the observations lie on a Riemannian manifold and individual trajectories are described by a bundle of parallel curves around a geodesic curve which can be thought of as a population average trajectory. </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IN" dirty="0"/>
          </a:p>
        </p:txBody>
      </p:sp>
      <p:pic>
        <p:nvPicPr>
          <p:cNvPr id="7" name="Picture 6">
            <a:extLst>
              <a:ext uri="{FF2B5EF4-FFF2-40B4-BE49-F238E27FC236}">
                <a16:creationId xmlns:a16="http://schemas.microsoft.com/office/drawing/2014/main" id="{998D22D0-031B-0072-A905-0CEEF5F21129}"/>
              </a:ext>
            </a:extLst>
          </p:cNvPr>
          <p:cNvPicPr>
            <a:picLocks noChangeAspect="1"/>
          </p:cNvPicPr>
          <p:nvPr/>
        </p:nvPicPr>
        <p:blipFill rotWithShape="1">
          <a:blip r:embed="rId3"/>
          <a:srcRect r="11910"/>
          <a:stretch/>
        </p:blipFill>
        <p:spPr>
          <a:xfrm>
            <a:off x="166944" y="3824213"/>
            <a:ext cx="5713596" cy="2492595"/>
          </a:xfrm>
          <a:prstGeom prst="rect">
            <a:avLst/>
          </a:prstGeom>
        </p:spPr>
      </p:pic>
    </p:spTree>
    <p:extLst>
      <p:ext uri="{BB962C8B-B14F-4D97-AF65-F5344CB8AC3E}">
        <p14:creationId xmlns:p14="http://schemas.microsoft.com/office/powerpoint/2010/main" val="34139044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BE512-2270-C11A-3C92-31A5EA826349}"/>
              </a:ext>
            </a:extLst>
          </p:cNvPr>
          <p:cNvSpPr txBox="1">
            <a:spLocks/>
          </p:cNvSpPr>
          <p:nvPr/>
        </p:nvSpPr>
        <p:spPr>
          <a:xfrm>
            <a:off x="310764" y="67604"/>
            <a:ext cx="8312973" cy="878327"/>
          </a:xfrm>
          <a:prstGeom prst="rect">
            <a:avLst/>
          </a:prstGeom>
        </p:spPr>
        <p:txBody>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r>
              <a:rPr lang="en-IN" sz="4400" dirty="0">
                <a:latin typeface="Times New Roman" panose="02020603050405020304" pitchFamily="18" charset="0"/>
                <a:cs typeface="Times New Roman" panose="02020603050405020304" pitchFamily="18" charset="0"/>
              </a:rPr>
              <a:t>Generic framework </a:t>
            </a:r>
            <a:r>
              <a:rPr lang="en-IN" sz="2800" dirty="0">
                <a:latin typeface="Times New Roman" panose="02020603050405020304" pitchFamily="18" charset="0"/>
                <a:cs typeface="Times New Roman" panose="02020603050405020304" pitchFamily="18" charset="0"/>
              </a:rPr>
              <a:t>(Continuous case)</a:t>
            </a:r>
          </a:p>
          <a:p>
            <a:endParaRPr lang="en-IN" sz="44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3B63AC88-A826-3CEC-836E-E3B8D213BF46}"/>
              </a:ext>
            </a:extLst>
          </p:cNvPr>
          <p:cNvSpPr txBox="1">
            <a:spLocks/>
          </p:cNvSpPr>
          <p:nvPr/>
        </p:nvSpPr>
        <p:spPr>
          <a:xfrm>
            <a:off x="373827" y="1097617"/>
            <a:ext cx="5948146" cy="878327"/>
          </a:xfrm>
          <a:prstGeom prst="rect">
            <a:avLst/>
          </a:prstGeom>
        </p:spPr>
        <p:txBody>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endParaRPr lang="en-IN" sz="2800" u="sng"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E06A184-56C7-8941-1A0A-631CFD7B6D7E}"/>
                  </a:ext>
                </a:extLst>
              </p:cNvPr>
              <p:cNvSpPr txBox="1"/>
              <p:nvPr/>
            </p:nvSpPr>
            <p:spPr>
              <a:xfrm>
                <a:off x="442145" y="860477"/>
                <a:ext cx="11650007" cy="5988178"/>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Let </a:t>
                </a:r>
                <a14:m>
                  <m:oMath xmlns:m="http://schemas.openxmlformats.org/officeDocument/2006/math">
                    <m:sSub>
                      <m:sSubPr>
                        <m:ctrlPr>
                          <a:rPr lang="en-US" b="1" i="1" smtClean="0">
                            <a:latin typeface="Cambria Math" panose="02040503050406030204" pitchFamily="18" charset="0"/>
                            <a:cs typeface="Times New Roman" panose="02020603050405020304" pitchFamily="18" charset="0"/>
                          </a:rPr>
                        </m:ctrlPr>
                      </m:sSubPr>
                      <m:e>
                        <m:r>
                          <a:rPr lang="en-IN" b="1" i="1" smtClean="0">
                            <a:latin typeface="Cambria Math" panose="02040503050406030204" pitchFamily="18" charset="0"/>
                            <a:cs typeface="Times New Roman" panose="02020603050405020304" pitchFamily="18" charset="0"/>
                          </a:rPr>
                          <m:t>(</m:t>
                        </m:r>
                        <m:r>
                          <a:rPr lang="en-IN" b="1" i="1" smtClean="0">
                            <a:latin typeface="Cambria Math" panose="02040503050406030204" pitchFamily="18" charset="0"/>
                            <a:cs typeface="Times New Roman" panose="02020603050405020304" pitchFamily="18" charset="0"/>
                          </a:rPr>
                          <m:t>𝒚</m:t>
                        </m:r>
                      </m:e>
                      <m:sub>
                        <m:r>
                          <a:rPr lang="en-IN" b="1" i="1" smtClean="0">
                            <a:latin typeface="Cambria Math" panose="02040503050406030204" pitchFamily="18" charset="0"/>
                            <a:cs typeface="Times New Roman" panose="02020603050405020304" pitchFamily="18" charset="0"/>
                          </a:rPr>
                          <m:t>𝒊𝒋𝒌</m:t>
                        </m:r>
                      </m:sub>
                    </m:sSub>
                    <m:r>
                      <a:rPr lang="en-IN" b="1" i="1" smtClean="0">
                        <a:latin typeface="Cambria Math" panose="02040503050406030204" pitchFamily="18" charset="0"/>
                        <a:cs typeface="Times New Roman" panose="02020603050405020304" pitchFamily="18" charset="0"/>
                      </a:rPr>
                      <m:t>)</m:t>
                    </m:r>
                  </m:oMath>
                </a14:m>
                <a:r>
                  <a:rPr lang="en-US"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1 ≤ </a:t>
                </a:r>
                <a:r>
                  <a:rPr lang="en-US" sz="1400" dirty="0" err="1">
                    <a:latin typeface="Times New Roman" panose="02020603050405020304" pitchFamily="18" charset="0"/>
                    <a:cs typeface="Times New Roman" panose="02020603050405020304" pitchFamily="18" charset="0"/>
                  </a:rPr>
                  <a:t>i</a:t>
                </a:r>
                <a:r>
                  <a:rPr lang="en-US" sz="1400" dirty="0">
                    <a:latin typeface="Times New Roman" panose="02020603050405020304" pitchFamily="18" charset="0"/>
                    <a:cs typeface="Times New Roman" panose="02020603050405020304" pitchFamily="18" charset="0"/>
                  </a:rPr>
                  <a:t> ≤ n, 1 ≤ j ≤</a:t>
                </a:r>
                <a:r>
                  <a:rPr lang="en-US" sz="1400" dirty="0">
                    <a:cs typeface="Times New Roman" panose="02020603050405020304" pitchFamily="18" charset="0"/>
                  </a:rPr>
                  <a:t> </a:t>
                </a:r>
                <a14:m>
                  <m:oMath xmlns:m="http://schemas.openxmlformats.org/officeDocument/2006/math">
                    <m:sSub>
                      <m:sSubPr>
                        <m:ctrlPr>
                          <a:rPr lang="en-US" sz="1400" i="1">
                            <a:latin typeface="Cambria Math" panose="02040503050406030204" pitchFamily="18" charset="0"/>
                            <a:cs typeface="Times New Roman" panose="02020603050405020304" pitchFamily="18" charset="0"/>
                          </a:rPr>
                        </m:ctrlPr>
                      </m:sSubPr>
                      <m:e>
                        <m:r>
                          <a:rPr lang="en-IN" sz="1400" i="1">
                            <a:latin typeface="Cambria Math" panose="02040503050406030204" pitchFamily="18" charset="0"/>
                            <a:cs typeface="Times New Roman" panose="02020603050405020304" pitchFamily="18" charset="0"/>
                          </a:rPr>
                          <m:t>𝑁</m:t>
                        </m:r>
                      </m:e>
                      <m:sub>
                        <m:r>
                          <a:rPr lang="en-IN" sz="1400" i="1">
                            <a:latin typeface="Cambria Math" panose="02040503050406030204" pitchFamily="18" charset="0"/>
                            <a:cs typeface="Times New Roman" panose="02020603050405020304" pitchFamily="18" charset="0"/>
                          </a:rPr>
                          <m:t>𝑖</m:t>
                        </m:r>
                      </m:sub>
                    </m:sSub>
                  </m:oMath>
                </a14:m>
                <a:r>
                  <a:rPr lang="en-US" sz="1400" dirty="0">
                    <a:latin typeface="Times New Roman" panose="02020603050405020304" pitchFamily="18" charset="0"/>
                    <a:cs typeface="Times New Roman" panose="02020603050405020304" pitchFamily="18" charset="0"/>
                  </a:rPr>
                  <a:t> ,1≤ k ≤ d </a:t>
                </a:r>
                <a:r>
                  <a:rPr lang="en-US" dirty="0">
                    <a:latin typeface="Times New Roman" panose="02020603050405020304" pitchFamily="18" charset="0"/>
                    <a:cs typeface="Times New Roman" panose="02020603050405020304" pitchFamily="18" charset="0"/>
                  </a:rPr>
                  <a:t>represent the measurements in the longitudinal data where,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t>
                </a:r>
                <a:r>
                  <a:rPr lang="en-US" b="1" i="1" dirty="0">
                    <a:latin typeface="Times New Roman" panose="02020603050405020304" pitchFamily="18" charset="0"/>
                    <a:cs typeface="Times New Roman" panose="02020603050405020304" pitchFamily="18" charset="0"/>
                  </a:rPr>
                  <a:t>d</a:t>
                </a:r>
                <a:r>
                  <a:rPr lang="en-US" i="1" dirty="0">
                    <a:latin typeface="Times New Roman" panose="02020603050405020304" pitchFamily="18" charset="0"/>
                    <a:cs typeface="Times New Roman" panose="02020603050405020304" pitchFamily="18" charset="0"/>
                  </a:rPr>
                  <a:t> measurements were observed on patient </a:t>
                </a:r>
                <a:r>
                  <a:rPr lang="en-US" b="1" i="1" dirty="0" err="1">
                    <a:latin typeface="Times New Roman" panose="02020603050405020304" pitchFamily="18" charset="0"/>
                    <a:cs typeface="Times New Roman" panose="02020603050405020304" pitchFamily="18" charset="0"/>
                  </a:rPr>
                  <a:t>i</a:t>
                </a:r>
                <a:r>
                  <a:rPr lang="en-US" i="1" dirty="0">
                    <a:latin typeface="Times New Roman" panose="02020603050405020304" pitchFamily="18" charset="0"/>
                    <a:cs typeface="Times New Roman" panose="02020603050405020304" pitchFamily="18" charset="0"/>
                  </a:rPr>
                  <a:t> at </a:t>
                </a:r>
                <a14:m>
                  <m:oMath xmlns:m="http://schemas.openxmlformats.org/officeDocument/2006/math">
                    <m:sSub>
                      <m:sSubPr>
                        <m:ctrlPr>
                          <a:rPr lang="en-US" b="1" i="1" smtClean="0">
                            <a:latin typeface="Cambria Math" panose="02040503050406030204" pitchFamily="18" charset="0"/>
                            <a:cs typeface="Times New Roman" panose="02020603050405020304" pitchFamily="18" charset="0"/>
                          </a:rPr>
                        </m:ctrlPr>
                      </m:sSubPr>
                      <m:e>
                        <m:r>
                          <a:rPr lang="en-IN" b="1" i="1" smtClean="0">
                            <a:latin typeface="Cambria Math" panose="02040503050406030204" pitchFamily="18" charset="0"/>
                            <a:cs typeface="Times New Roman" panose="02020603050405020304" pitchFamily="18" charset="0"/>
                          </a:rPr>
                          <m:t>𝑵</m:t>
                        </m:r>
                      </m:e>
                      <m:sub>
                        <m:r>
                          <a:rPr lang="en-IN" b="1" i="1" smtClean="0">
                            <a:latin typeface="Cambria Math" panose="02040503050406030204" pitchFamily="18" charset="0"/>
                            <a:cs typeface="Times New Roman" panose="02020603050405020304" pitchFamily="18" charset="0"/>
                          </a:rPr>
                          <m:t>𝒊</m:t>
                        </m:r>
                      </m:sub>
                    </m:sSub>
                  </m:oMath>
                </a14:m>
                <a:r>
                  <a:rPr lang="en-IN" b="1" i="1"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visits</a:t>
                </a:r>
              </a:p>
              <a:p>
                <a:pPr marL="285750" indent="-285750">
                  <a:buFont typeface="Arial" panose="020B0604020202020204" pitchFamily="34" charset="0"/>
                  <a:buChar char="•"/>
                </a:pPr>
                <a14:m>
                  <m:oMath xmlns:m="http://schemas.openxmlformats.org/officeDocument/2006/math">
                    <m:sSub>
                      <m:sSubPr>
                        <m:ctrlPr>
                          <a:rPr lang="en-US" b="1" i="1" smtClean="0">
                            <a:latin typeface="Cambria Math" panose="02040503050406030204" pitchFamily="18" charset="0"/>
                            <a:cs typeface="Times New Roman" panose="02020603050405020304" pitchFamily="18" charset="0"/>
                          </a:rPr>
                        </m:ctrlPr>
                      </m:sSubPr>
                      <m:e>
                        <m:r>
                          <a:rPr lang="en-IN" b="1" i="1" smtClean="0">
                            <a:latin typeface="Cambria Math" panose="02040503050406030204" pitchFamily="18" charset="0"/>
                            <a:cs typeface="Times New Roman" panose="02020603050405020304" pitchFamily="18" charset="0"/>
                          </a:rPr>
                          <m:t>𝒕</m:t>
                        </m:r>
                      </m:e>
                      <m:sub>
                        <m:r>
                          <a:rPr lang="en-IN" b="1" i="1" smtClean="0">
                            <a:latin typeface="Cambria Math" panose="02040503050406030204" pitchFamily="18" charset="0"/>
                            <a:cs typeface="Times New Roman" panose="02020603050405020304" pitchFamily="18" charset="0"/>
                          </a:rPr>
                          <m:t>𝒊𝒋</m:t>
                        </m:r>
                      </m:sub>
                    </m:sSub>
                  </m:oMath>
                </a14:m>
                <a:r>
                  <a:rPr lang="en-IN" b="1" i="1"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is the </a:t>
                </a:r>
                <a:r>
                  <a:rPr lang="en-IN" b="1" i="1" dirty="0">
                    <a:latin typeface="Times New Roman" panose="02020603050405020304" pitchFamily="18" charset="0"/>
                    <a:cs typeface="Times New Roman" panose="02020603050405020304" pitchFamily="18" charset="0"/>
                  </a:rPr>
                  <a:t>age</a:t>
                </a:r>
                <a:r>
                  <a:rPr lang="en-IN" i="1" dirty="0">
                    <a:latin typeface="Times New Roman" panose="02020603050405020304" pitchFamily="18" charset="0"/>
                    <a:cs typeface="Times New Roman" panose="02020603050405020304" pitchFamily="18" charset="0"/>
                  </a:rPr>
                  <a:t> of the patient </a:t>
                </a:r>
                <a:r>
                  <a:rPr lang="en-IN" b="1" i="1" dirty="0" err="1">
                    <a:latin typeface="Times New Roman" panose="02020603050405020304" pitchFamily="18" charset="0"/>
                    <a:cs typeface="Times New Roman" panose="02020603050405020304" pitchFamily="18" charset="0"/>
                  </a:rPr>
                  <a:t>i</a:t>
                </a:r>
                <a:r>
                  <a:rPr lang="en-IN" i="1" dirty="0">
                    <a:latin typeface="Times New Roman" panose="02020603050405020304" pitchFamily="18" charset="0"/>
                    <a:cs typeface="Times New Roman" panose="02020603050405020304" pitchFamily="18" charset="0"/>
                  </a:rPr>
                  <a:t> at the </a:t>
                </a:r>
                <a14:m>
                  <m:oMath xmlns:m="http://schemas.openxmlformats.org/officeDocument/2006/math">
                    <m:sSup>
                      <m:sSupPr>
                        <m:ctrlPr>
                          <a:rPr lang="en-IN" b="1" i="1" smtClean="0">
                            <a:latin typeface="Cambria Math" panose="02040503050406030204" pitchFamily="18" charset="0"/>
                            <a:cs typeface="Times New Roman" panose="02020603050405020304" pitchFamily="18" charset="0"/>
                          </a:rPr>
                        </m:ctrlPr>
                      </m:sSupPr>
                      <m:e>
                        <m:r>
                          <a:rPr lang="en-IN" b="1" i="1" smtClean="0">
                            <a:latin typeface="Cambria Math" panose="02040503050406030204" pitchFamily="18" charset="0"/>
                            <a:cs typeface="Times New Roman" panose="02020603050405020304" pitchFamily="18" charset="0"/>
                          </a:rPr>
                          <m:t>𝒋</m:t>
                        </m:r>
                      </m:e>
                      <m:sup>
                        <m:r>
                          <a:rPr lang="en-IN" b="1" i="1" smtClean="0">
                            <a:latin typeface="Cambria Math" panose="02040503050406030204" pitchFamily="18" charset="0"/>
                            <a:cs typeface="Times New Roman" panose="02020603050405020304" pitchFamily="18" charset="0"/>
                          </a:rPr>
                          <m:t>𝒕𝒉</m:t>
                        </m:r>
                      </m:sup>
                    </m:sSup>
                  </m:oMath>
                </a14:m>
                <a:r>
                  <a:rPr lang="en-IN" i="1" dirty="0">
                    <a:latin typeface="Times New Roman" panose="02020603050405020304" pitchFamily="18" charset="0"/>
                    <a:cs typeface="Times New Roman" panose="02020603050405020304" pitchFamily="18" charset="0"/>
                  </a:rPr>
                  <a:t> visit</a:t>
                </a:r>
              </a:p>
              <a:p>
                <a:pPr marL="285750" indent="-285750">
                  <a:buFont typeface="Arial" panose="020B0604020202020204" pitchFamily="34" charset="0"/>
                  <a:buChar char="•"/>
                </a:pPr>
                <a14:m>
                  <m:oMath xmlns:m="http://schemas.openxmlformats.org/officeDocument/2006/math">
                    <m:sSub>
                      <m:sSubPr>
                        <m:ctrlPr>
                          <a:rPr lang="en-US" b="1" i="1" smtClean="0">
                            <a:latin typeface="Cambria Math" panose="02040503050406030204" pitchFamily="18" charset="0"/>
                            <a:cs typeface="Times New Roman" panose="02020603050405020304" pitchFamily="18" charset="0"/>
                          </a:rPr>
                        </m:ctrlPr>
                      </m:sSubPr>
                      <m:e>
                        <m:r>
                          <a:rPr lang="en-IN" b="1" i="1" smtClean="0">
                            <a:latin typeface="Cambria Math" panose="02040503050406030204" pitchFamily="18" charset="0"/>
                            <a:cs typeface="Times New Roman" panose="02020603050405020304" pitchFamily="18" charset="0"/>
                          </a:rPr>
                          <m:t>𝒚</m:t>
                        </m:r>
                      </m:e>
                      <m:sub>
                        <m:r>
                          <a:rPr lang="en-IN" b="1" i="1" smtClean="0">
                            <a:latin typeface="Cambria Math" panose="02040503050406030204" pitchFamily="18" charset="0"/>
                            <a:cs typeface="Times New Roman" panose="02020603050405020304" pitchFamily="18" charset="0"/>
                          </a:rPr>
                          <m:t>𝒊𝒋𝒌</m:t>
                        </m:r>
                      </m:sub>
                    </m:sSub>
                  </m:oMath>
                </a14:m>
                <a:r>
                  <a:rPr lang="en-IN" b="1" i="1"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belongs to the Riemannian manifold </a:t>
                </a:r>
              </a:p>
              <a:p>
                <a:pPr marL="285750" indent="-285750">
                  <a:buFont typeface="Arial" panose="020B0604020202020204" pitchFamily="34" charset="0"/>
                  <a:buChar char="•"/>
                </a:pPr>
                <a:endParaRPr lang="en-IN" i="1"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model considers that repeated observations in time for a subject </a:t>
                </a:r>
                <a:r>
                  <a:rPr lang="en-US" b="1" i="1"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follow a trajectory </a:t>
                </a:r>
                <a14:m>
                  <m:oMath xmlns:m="http://schemas.openxmlformats.org/officeDocument/2006/math">
                    <m:sSub>
                      <m:sSubPr>
                        <m:ctrlPr>
                          <a:rPr lang="en-US" b="1" i="1" smtClean="0">
                            <a:latin typeface="Cambria Math" panose="02040503050406030204" pitchFamily="18" charset="0"/>
                            <a:cs typeface="Times New Roman" panose="02020603050405020304" pitchFamily="18" charset="0"/>
                          </a:rPr>
                        </m:ctrlPr>
                      </m:sSubPr>
                      <m:e>
                        <m:r>
                          <m:rPr>
                            <m:nor/>
                          </m:rPr>
                          <a:rPr lang="en-US" b="1" i="1" dirty="0" smtClean="0">
                            <a:latin typeface="Cambria Math" panose="02040503050406030204" pitchFamily="18" charset="0"/>
                            <a:cs typeface="Times New Roman" panose="02020603050405020304" pitchFamily="18" charset="0"/>
                          </a:rPr>
                          <m:t>γ</m:t>
                        </m:r>
                      </m:e>
                      <m:sub>
                        <m:r>
                          <a:rPr lang="en-IN" b="1" i="1" smtClean="0">
                            <a:latin typeface="Cambria Math" panose="02040503050406030204" pitchFamily="18" charset="0"/>
                            <a:cs typeface="Times New Roman" panose="02020603050405020304" pitchFamily="18" charset="0"/>
                          </a:rPr>
                          <m:t>𝒊</m:t>
                        </m:r>
                      </m:sub>
                    </m:sSub>
                  </m:oMath>
                </a14:m>
                <a:r>
                  <a:rPr lang="en-IN" b="1"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on the manifold. Each individual has its own trajectory, which it follows at its own pace.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To parametrize the distribution of those trajectories together, the model has a mixed-effects hierarchical structure that separates the population </a:t>
                </a:r>
                <a:r>
                  <a:rPr lang="en-US" b="1" u="sng" dirty="0">
                    <a:latin typeface="Times New Roman" panose="02020603050405020304" pitchFamily="18" charset="0"/>
                    <a:cs typeface="Times New Roman" panose="02020603050405020304" pitchFamily="18" charset="0"/>
                  </a:rPr>
                  <a:t>fixed parameters</a:t>
                </a:r>
                <a:r>
                  <a:rPr lang="en-US" dirty="0">
                    <a:latin typeface="Times New Roman" panose="02020603050405020304" pitchFamily="18" charset="0"/>
                    <a:cs typeface="Times New Roman" panose="02020603050405020304" pitchFamily="18" charset="0"/>
                  </a:rPr>
                  <a:t> and the </a:t>
                </a:r>
                <a:r>
                  <a:rPr lang="en-US" b="1" u="sng" dirty="0">
                    <a:latin typeface="Times New Roman" panose="02020603050405020304" pitchFamily="18" charset="0"/>
                    <a:cs typeface="Times New Roman" panose="02020603050405020304" pitchFamily="18" charset="0"/>
                  </a:rPr>
                  <a:t>individual random parameters.</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EE06A184-56C7-8941-1A0A-631CFD7B6D7E}"/>
                  </a:ext>
                </a:extLst>
              </p:cNvPr>
              <p:cNvSpPr txBox="1">
                <a:spLocks noRot="1" noChangeAspect="1" noMove="1" noResize="1" noEditPoints="1" noAdjustHandles="1" noChangeArrowheads="1" noChangeShapeType="1" noTextEdit="1"/>
              </p:cNvSpPr>
              <p:nvPr/>
            </p:nvSpPr>
            <p:spPr>
              <a:xfrm>
                <a:off x="442145" y="860477"/>
                <a:ext cx="11650007" cy="5988178"/>
              </a:xfrm>
              <a:prstGeom prst="rect">
                <a:avLst/>
              </a:prstGeom>
              <a:blipFill>
                <a:blip r:embed="rId2"/>
                <a:stretch>
                  <a:fillRect l="-471" t="-509" r="-366"/>
                </a:stretch>
              </a:blipFill>
            </p:spPr>
            <p:txBody>
              <a:bodyPr/>
              <a:lstStyle/>
              <a:p>
                <a:r>
                  <a:rPr lang="en-IN">
                    <a:noFill/>
                  </a:rPr>
                  <a:t> </a:t>
                </a:r>
              </a:p>
            </p:txBody>
          </p:sp>
        </mc:Fallback>
      </mc:AlternateContent>
      <p:pic>
        <p:nvPicPr>
          <p:cNvPr id="7" name="Picture 6">
            <a:extLst>
              <a:ext uri="{FF2B5EF4-FFF2-40B4-BE49-F238E27FC236}">
                <a16:creationId xmlns:a16="http://schemas.microsoft.com/office/drawing/2014/main" id="{659EB9A6-BF1F-D976-0A20-49C3621C55AB}"/>
              </a:ext>
            </a:extLst>
          </p:cNvPr>
          <p:cNvPicPr>
            <a:picLocks noChangeAspect="1"/>
          </p:cNvPicPr>
          <p:nvPr/>
        </p:nvPicPr>
        <p:blipFill>
          <a:blip r:embed="rId3"/>
          <a:stretch>
            <a:fillRect/>
          </a:stretch>
        </p:blipFill>
        <p:spPr>
          <a:xfrm>
            <a:off x="5992859" y="1608083"/>
            <a:ext cx="3025016" cy="3412877"/>
          </a:xfrm>
          <a:prstGeom prst="rect">
            <a:avLst/>
          </a:prstGeom>
        </p:spPr>
      </p:pic>
    </p:spTree>
    <p:extLst>
      <p:ext uri="{BB962C8B-B14F-4D97-AF65-F5344CB8AC3E}">
        <p14:creationId xmlns:p14="http://schemas.microsoft.com/office/powerpoint/2010/main" val="649257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E1A3D96A-B7C4-0DFF-71EC-83BB569DA6D3}"/>
                  </a:ext>
                </a:extLst>
              </p:cNvPr>
              <p:cNvSpPr txBox="1">
                <a:spLocks/>
              </p:cNvSpPr>
              <p:nvPr/>
            </p:nvSpPr>
            <p:spPr>
              <a:xfrm>
                <a:off x="273977" y="714364"/>
                <a:ext cx="8013429" cy="2331383"/>
              </a:xfrm>
              <a:prstGeom prst="rect">
                <a:avLst/>
              </a:prstGeom>
            </p:spPr>
            <p:txBody>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r>
                  <a:rPr lang="en-IN" sz="2800" u="sng" dirty="0">
                    <a:latin typeface="Times New Roman" panose="02020603050405020304" pitchFamily="18" charset="0"/>
                    <a:cs typeface="Times New Roman" panose="02020603050405020304" pitchFamily="18" charset="0"/>
                  </a:rPr>
                  <a:t>Population parameters</a:t>
                </a:r>
              </a:p>
              <a:p>
                <a:endParaRPr lang="en-IN" sz="2800" u="sng"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The individual trajectories form a bundle centered around an “average” trajectory. </a:t>
                </a:r>
              </a:p>
              <a:p>
                <a:pPr marL="342900" indent="-3429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This central trajectory is taken as a geodesic </a:t>
                </a:r>
                <a14:m>
                  <m:oMath xmlns:m="http://schemas.openxmlformats.org/officeDocument/2006/math">
                    <m:sSub>
                      <m:sSubPr>
                        <m:ctrlPr>
                          <a:rPr lang="en-US" sz="2000" b="1" i="1" spc="0" smtClean="0">
                            <a:solidFill>
                              <a:schemeClr val="tx1"/>
                            </a:solidFill>
                            <a:latin typeface="Cambria Math" panose="02040503050406030204" pitchFamily="18" charset="0"/>
                            <a:cs typeface="Times New Roman" panose="02020603050405020304" pitchFamily="18" charset="0"/>
                          </a:rPr>
                        </m:ctrlPr>
                      </m:sSubPr>
                      <m:e>
                        <m:r>
                          <m:rPr>
                            <m:nor/>
                          </m:rPr>
                          <a:rPr lang="en-US" sz="2000" dirty="0">
                            <a:solidFill>
                              <a:schemeClr val="tx1"/>
                            </a:solidFill>
                            <a:latin typeface="Times New Roman" panose="02020603050405020304" pitchFamily="18" charset="0"/>
                            <a:cs typeface="Times New Roman" panose="02020603050405020304" pitchFamily="18" charset="0"/>
                          </a:rPr>
                          <m:t>γ</m:t>
                        </m:r>
                      </m:e>
                      <m:sub>
                        <m:r>
                          <a:rPr lang="en-IN" sz="2000" b="1" i="1" spc="0">
                            <a:solidFill>
                              <a:schemeClr val="tx1"/>
                            </a:solidFill>
                            <a:latin typeface="Cambria Math" panose="02040503050406030204" pitchFamily="18" charset="0"/>
                            <a:cs typeface="Times New Roman" panose="02020603050405020304" pitchFamily="18" charset="0"/>
                          </a:rPr>
                          <m:t>𝟎</m:t>
                        </m:r>
                      </m:sub>
                    </m:sSub>
                  </m:oMath>
                </a14:m>
                <a:r>
                  <a:rPr lang="en-US" sz="2000" dirty="0">
                    <a:solidFill>
                      <a:schemeClr val="tx1"/>
                    </a:solidFill>
                    <a:latin typeface="Times New Roman" panose="02020603050405020304" pitchFamily="18" charset="0"/>
                    <a:cs typeface="Times New Roman" panose="02020603050405020304" pitchFamily="18" charset="0"/>
                  </a:rPr>
                  <a:t> in the manifold </a:t>
                </a:r>
                <a:r>
                  <a:rPr lang="en-US" sz="2000" i="1" dirty="0">
                    <a:solidFill>
                      <a:schemeClr val="tx1"/>
                    </a:solidFill>
                    <a:latin typeface="Times New Roman" panose="02020603050405020304" pitchFamily="18" charset="0"/>
                    <a:cs typeface="Times New Roman" panose="02020603050405020304" pitchFamily="18" charset="0"/>
                  </a:rPr>
                  <a:t>M</a:t>
                </a:r>
                <a:r>
                  <a:rPr lang="en-US" sz="2000" dirty="0">
                    <a:solidFill>
                      <a:schemeClr val="tx1"/>
                    </a:solidFill>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This geodesic is parametrized by its initial conditions at time </a:t>
                </a:r>
                <a14:m>
                  <m:oMath xmlns:m="http://schemas.openxmlformats.org/officeDocument/2006/math">
                    <m:sSub>
                      <m:sSubPr>
                        <m:ctrlPr>
                          <a:rPr lang="en-US" sz="2000" b="1" i="1" spc="0" smtClean="0">
                            <a:solidFill>
                              <a:schemeClr val="accent1"/>
                            </a:solidFill>
                            <a:latin typeface="Cambria Math" panose="02040503050406030204" pitchFamily="18" charset="0"/>
                            <a:cs typeface="Times New Roman" panose="02020603050405020304" pitchFamily="18" charset="0"/>
                          </a:rPr>
                        </m:ctrlPr>
                      </m:sSubPr>
                      <m:e>
                        <m:r>
                          <m:rPr>
                            <m:nor/>
                          </m:rPr>
                          <a:rPr lang="en-IN" sz="2000" spc="0">
                            <a:solidFill>
                              <a:schemeClr val="accent1"/>
                            </a:solidFill>
                            <a:latin typeface="Cambria Math" panose="02040503050406030204" pitchFamily="18" charset="0"/>
                            <a:cs typeface="Times New Roman" panose="02020603050405020304" pitchFamily="18" charset="0"/>
                          </a:rPr>
                          <m:t>t</m:t>
                        </m:r>
                      </m:e>
                      <m:sub>
                        <m:r>
                          <a:rPr lang="en-IN" sz="2000" b="1" i="0" dirty="0">
                            <a:solidFill>
                              <a:schemeClr val="accent1"/>
                            </a:solidFill>
                            <a:latin typeface="Cambria Math" panose="02040503050406030204" pitchFamily="18" charset="0"/>
                            <a:cs typeface="Times New Roman" panose="02020603050405020304" pitchFamily="18" charset="0"/>
                          </a:rPr>
                          <m:t>𝟎</m:t>
                        </m:r>
                      </m:sub>
                    </m:sSub>
                    <m:r>
                      <a:rPr lang="en-IN" sz="2000" b="1" i="1" dirty="0">
                        <a:solidFill>
                          <a:schemeClr val="tx1"/>
                        </a:solidFill>
                        <a:latin typeface="Cambria Math" panose="02040503050406030204" pitchFamily="18" charset="0"/>
                        <a:cs typeface="Times New Roman" panose="02020603050405020304" pitchFamily="18" charset="0"/>
                      </a:rPr>
                      <m:t> </m:t>
                    </m:r>
                  </m:oMath>
                </a14:m>
                <a:r>
                  <a:rPr lang="en-US" sz="2000" dirty="0">
                    <a:solidFill>
                      <a:schemeClr val="tx1"/>
                    </a:solidFill>
                    <a:latin typeface="Times New Roman" panose="02020603050405020304" pitchFamily="18" charset="0"/>
                    <a:cs typeface="Times New Roman" panose="02020603050405020304" pitchFamily="18" charset="0"/>
                  </a:rPr>
                  <a:t>: </a:t>
                </a:r>
              </a:p>
              <a:p>
                <a:r>
                  <a:rPr lang="en-US" sz="2000" dirty="0">
                    <a:solidFill>
                      <a:schemeClr val="tx1"/>
                    </a:solidFill>
                    <a:latin typeface="Times New Roman" panose="02020603050405020304" pitchFamily="18" charset="0"/>
                    <a:cs typeface="Times New Roman" panose="02020603050405020304" pitchFamily="18" charset="0"/>
                  </a:rPr>
                  <a:t>                           the initial point on the manifold </a:t>
                </a:r>
                <a14:m>
                  <m:oMath xmlns:m="http://schemas.openxmlformats.org/officeDocument/2006/math">
                    <m:sSub>
                      <m:sSubPr>
                        <m:ctrlPr>
                          <a:rPr lang="en-US" sz="2000" b="1" i="1" spc="0" smtClean="0">
                            <a:solidFill>
                              <a:prstClr val="black"/>
                            </a:solidFill>
                            <a:latin typeface="Cambria Math" panose="02040503050406030204" pitchFamily="18" charset="0"/>
                            <a:cs typeface="Times New Roman" panose="02020603050405020304" pitchFamily="18" charset="0"/>
                          </a:rPr>
                        </m:ctrlPr>
                      </m:sSubPr>
                      <m:e>
                        <m:r>
                          <m:rPr>
                            <m:nor/>
                          </m:rPr>
                          <a:rPr lang="en-US" sz="2000" dirty="0">
                            <a:solidFill>
                              <a:schemeClr val="tx1"/>
                            </a:solidFill>
                            <a:latin typeface="Times New Roman" panose="02020603050405020304" pitchFamily="18" charset="0"/>
                            <a:cs typeface="Times New Roman" panose="02020603050405020304" pitchFamily="18" charset="0"/>
                          </a:rPr>
                          <m:t>γ</m:t>
                        </m:r>
                      </m:e>
                      <m:sub>
                        <m:r>
                          <a:rPr lang="en-IN" sz="2000" b="1" i="1" spc="0">
                            <a:solidFill>
                              <a:prstClr val="black"/>
                            </a:solidFill>
                            <a:latin typeface="Cambria Math" panose="02040503050406030204" pitchFamily="18" charset="0"/>
                            <a:cs typeface="Times New Roman" panose="02020603050405020304" pitchFamily="18" charset="0"/>
                          </a:rPr>
                          <m:t>𝟎</m:t>
                        </m:r>
                      </m:sub>
                    </m:sSub>
                  </m:oMath>
                </a14:m>
                <a:r>
                  <a:rPr lang="en-US" sz="20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1800" b="1" i="1" spc="0">
                            <a:solidFill>
                              <a:prstClr val="black"/>
                            </a:solidFill>
                            <a:latin typeface="Cambria Math" panose="02040503050406030204" pitchFamily="18" charset="0"/>
                            <a:cs typeface="Times New Roman" panose="02020603050405020304" pitchFamily="18" charset="0"/>
                          </a:rPr>
                        </m:ctrlPr>
                      </m:sSubPr>
                      <m:e>
                        <m:r>
                          <m:rPr>
                            <m:nor/>
                          </m:rPr>
                          <a:rPr lang="en-IN" sz="1800" spc="0">
                            <a:solidFill>
                              <a:prstClr val="black"/>
                            </a:solidFill>
                            <a:latin typeface="Cambria Math" panose="02040503050406030204" pitchFamily="18" charset="0"/>
                            <a:cs typeface="Times New Roman" panose="02020603050405020304" pitchFamily="18" charset="0"/>
                          </a:rPr>
                          <m:t>t</m:t>
                        </m:r>
                      </m:e>
                      <m:sub>
                        <m:r>
                          <a:rPr lang="en-IN" sz="1800" b="1" i="0" dirty="0">
                            <a:solidFill>
                              <a:schemeClr val="tx1"/>
                            </a:solidFill>
                            <a:latin typeface="Cambria Math" panose="02040503050406030204" pitchFamily="18" charset="0"/>
                            <a:cs typeface="Times New Roman" panose="02020603050405020304" pitchFamily="18" charset="0"/>
                          </a:rPr>
                          <m:t>𝟎</m:t>
                        </m:r>
                      </m:sub>
                    </m:sSub>
                  </m:oMath>
                </a14:m>
                <a:r>
                  <a:rPr lang="en-US" sz="2000" dirty="0">
                    <a:solidFill>
                      <a:schemeClr val="tx1"/>
                    </a:solidFill>
                    <a:latin typeface="Times New Roman" panose="02020603050405020304" pitchFamily="18" charset="0"/>
                    <a:cs typeface="Times New Roman" panose="02020603050405020304" pitchFamily="18" charset="0"/>
                  </a:rPr>
                  <a:t>) = </a:t>
                </a:r>
                <a:r>
                  <a:rPr lang="en-US" sz="2000" b="1" dirty="0">
                    <a:latin typeface="Times New Roman" panose="02020603050405020304" pitchFamily="18" charset="0"/>
                    <a:cs typeface="Times New Roman" panose="02020603050405020304" pitchFamily="18" charset="0"/>
                  </a:rPr>
                  <a:t>p</a:t>
                </a:r>
                <a:r>
                  <a:rPr lang="en-US" sz="2000" dirty="0">
                    <a:latin typeface="Times New Roman" panose="02020603050405020304" pitchFamily="18" charset="0"/>
                    <a:cs typeface="Times New Roman" panose="02020603050405020304" pitchFamily="18" charset="0"/>
                  </a:rPr>
                  <a:t> </a:t>
                </a:r>
              </a:p>
              <a:p>
                <a:r>
                  <a:rPr lang="en-US" sz="2000" dirty="0">
                    <a:solidFill>
                      <a:schemeClr val="tx1"/>
                    </a:solidFill>
                    <a:latin typeface="Times New Roman" panose="02020603050405020304" pitchFamily="18" charset="0"/>
                    <a:cs typeface="Times New Roman" panose="02020603050405020304" pitchFamily="18" charset="0"/>
                  </a:rPr>
                  <a:t>                           the initial speed </a:t>
                </a:r>
                <a14:m>
                  <m:oMath xmlns:m="http://schemas.openxmlformats.org/officeDocument/2006/math">
                    <m:sSub>
                      <m:sSubPr>
                        <m:ctrlPr>
                          <a:rPr lang="en-US" sz="2000" b="1" i="1" spc="0">
                            <a:solidFill>
                              <a:prstClr val="black"/>
                            </a:solidFill>
                            <a:latin typeface="Cambria Math" panose="02040503050406030204" pitchFamily="18" charset="0"/>
                            <a:cs typeface="Times New Roman" panose="02020603050405020304" pitchFamily="18" charset="0"/>
                          </a:rPr>
                        </m:ctrlPr>
                      </m:sSubPr>
                      <m:e>
                        <m:r>
                          <m:rPr>
                            <m:nor/>
                          </m:rPr>
                          <a:rPr lang="en-US" sz="2000" dirty="0">
                            <a:solidFill>
                              <a:schemeClr val="tx1"/>
                            </a:solidFill>
                            <a:latin typeface="Times New Roman" panose="02020603050405020304" pitchFamily="18" charset="0"/>
                            <a:cs typeface="Times New Roman" panose="02020603050405020304" pitchFamily="18" charset="0"/>
                          </a:rPr>
                          <m:t>γ</m:t>
                        </m:r>
                      </m:e>
                      <m:sub>
                        <m:r>
                          <a:rPr lang="en-IN" sz="2000" b="1" i="1" spc="0">
                            <a:solidFill>
                              <a:prstClr val="black"/>
                            </a:solidFill>
                            <a:latin typeface="Cambria Math" panose="02040503050406030204" pitchFamily="18" charset="0"/>
                            <a:cs typeface="Times New Roman" panose="02020603050405020304" pitchFamily="18" charset="0"/>
                          </a:rPr>
                          <m:t>𝟎</m:t>
                        </m:r>
                      </m:sub>
                    </m:sSub>
                  </m:oMath>
                </a14:m>
                <a:r>
                  <a:rPr lang="en-US" sz="20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1800" b="1" i="1" spc="0">
                            <a:solidFill>
                              <a:prstClr val="black"/>
                            </a:solidFill>
                            <a:latin typeface="Cambria Math" panose="02040503050406030204" pitchFamily="18" charset="0"/>
                            <a:cs typeface="Times New Roman" panose="02020603050405020304" pitchFamily="18" charset="0"/>
                          </a:rPr>
                        </m:ctrlPr>
                      </m:sSubPr>
                      <m:e>
                        <m:r>
                          <m:rPr>
                            <m:nor/>
                          </m:rPr>
                          <a:rPr lang="en-IN" sz="1800" spc="0">
                            <a:solidFill>
                              <a:prstClr val="black"/>
                            </a:solidFill>
                            <a:latin typeface="Cambria Math" panose="02040503050406030204" pitchFamily="18" charset="0"/>
                            <a:cs typeface="Times New Roman" panose="02020603050405020304" pitchFamily="18" charset="0"/>
                          </a:rPr>
                          <m:t>t</m:t>
                        </m:r>
                      </m:e>
                      <m:sub>
                        <m:r>
                          <a:rPr lang="en-IN" sz="1800" b="1" i="0" dirty="0">
                            <a:solidFill>
                              <a:schemeClr val="tx1"/>
                            </a:solidFill>
                            <a:latin typeface="Cambria Math" panose="02040503050406030204" pitchFamily="18" charset="0"/>
                            <a:cs typeface="Times New Roman" panose="02020603050405020304" pitchFamily="18" charset="0"/>
                          </a:rPr>
                          <m:t>𝟎</m:t>
                        </m:r>
                      </m:sub>
                    </m:sSub>
                  </m:oMath>
                </a14:m>
                <a:r>
                  <a:rPr lang="en-US" sz="2000" dirty="0">
                    <a:solidFill>
                      <a:schemeClr val="tx1"/>
                    </a:solidFill>
                    <a:latin typeface="Times New Roman" panose="02020603050405020304" pitchFamily="18" charset="0"/>
                    <a:cs typeface="Times New Roman" panose="02020603050405020304" pitchFamily="18" charset="0"/>
                  </a:rPr>
                  <a:t>) = </a:t>
                </a:r>
                <a:r>
                  <a:rPr lang="en-US" sz="2000" b="1" dirty="0">
                    <a:latin typeface="Times New Roman" panose="02020603050405020304" pitchFamily="18" charset="0"/>
                    <a:cs typeface="Times New Roman" panose="02020603050405020304" pitchFamily="18" charset="0"/>
                  </a:rPr>
                  <a:t>v</a:t>
                </a:r>
                <a:endParaRPr lang="en-IN" sz="2000" b="1" dirty="0">
                  <a:latin typeface="Times New Roman" panose="02020603050405020304" pitchFamily="18" charset="0"/>
                  <a:cs typeface="Times New Roman" panose="02020603050405020304" pitchFamily="18" charset="0"/>
                </a:endParaRPr>
              </a:p>
            </p:txBody>
          </p:sp>
        </mc:Choice>
        <mc:Fallback xmlns="">
          <p:sp>
            <p:nvSpPr>
              <p:cNvPr id="2" name="Title 1">
                <a:extLst>
                  <a:ext uri="{FF2B5EF4-FFF2-40B4-BE49-F238E27FC236}">
                    <a16:creationId xmlns:a16="http://schemas.microsoft.com/office/drawing/2014/main" id="{E1A3D96A-B7C4-0DFF-71EC-83BB569DA6D3}"/>
                  </a:ext>
                </a:extLst>
              </p:cNvPr>
              <p:cNvSpPr txBox="1">
                <a:spLocks noRot="1" noChangeAspect="1" noMove="1" noResize="1" noEditPoints="1" noAdjustHandles="1" noChangeArrowheads="1" noChangeShapeType="1" noTextEdit="1"/>
              </p:cNvSpPr>
              <p:nvPr/>
            </p:nvSpPr>
            <p:spPr>
              <a:xfrm>
                <a:off x="273977" y="714364"/>
                <a:ext cx="8013429" cy="2331383"/>
              </a:xfrm>
              <a:prstGeom prst="rect">
                <a:avLst/>
              </a:prstGeom>
              <a:blipFill>
                <a:blip r:embed="rId2"/>
                <a:stretch>
                  <a:fillRect l="-1598" t="-5222"/>
                </a:stretch>
              </a:blipFill>
            </p:spPr>
            <p:txBody>
              <a:bodyPr/>
              <a:lstStyle/>
              <a:p>
                <a:r>
                  <a:rPr lang="en-IN">
                    <a:noFill/>
                  </a:rPr>
                  <a:t> </a:t>
                </a:r>
              </a:p>
            </p:txBody>
          </p:sp>
        </mc:Fallback>
      </mc:AlternateContent>
      <p:pic>
        <p:nvPicPr>
          <p:cNvPr id="4" name="Picture 3">
            <a:extLst>
              <a:ext uri="{FF2B5EF4-FFF2-40B4-BE49-F238E27FC236}">
                <a16:creationId xmlns:a16="http://schemas.microsoft.com/office/drawing/2014/main" id="{18ABACED-3645-D374-1DE3-40ADE62784FD}"/>
              </a:ext>
            </a:extLst>
          </p:cNvPr>
          <p:cNvPicPr>
            <a:picLocks noChangeAspect="1"/>
          </p:cNvPicPr>
          <p:nvPr/>
        </p:nvPicPr>
        <p:blipFill rotWithShape="1">
          <a:blip r:embed="rId3"/>
          <a:srcRect r="11910"/>
          <a:stretch/>
        </p:blipFill>
        <p:spPr>
          <a:xfrm>
            <a:off x="1329298" y="2870280"/>
            <a:ext cx="7720107" cy="3367949"/>
          </a:xfrm>
          <a:prstGeom prst="rect">
            <a:avLst/>
          </a:prstGeom>
        </p:spPr>
      </p:pic>
    </p:spTree>
    <p:extLst>
      <p:ext uri="{BB962C8B-B14F-4D97-AF65-F5344CB8AC3E}">
        <p14:creationId xmlns:p14="http://schemas.microsoft.com/office/powerpoint/2010/main" val="1541079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F9D1CF67-9C8B-8EDE-65B9-C1EBC9F158BA}"/>
                  </a:ext>
                </a:extLst>
              </p:cNvPr>
              <p:cNvSpPr txBox="1">
                <a:spLocks/>
              </p:cNvSpPr>
              <p:nvPr/>
            </p:nvSpPr>
            <p:spPr>
              <a:xfrm>
                <a:off x="195151" y="170417"/>
                <a:ext cx="11681539" cy="6351251"/>
              </a:xfrm>
              <a:prstGeom prst="rect">
                <a:avLst/>
              </a:prstGeom>
            </p:spPr>
            <p:txBody>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r>
                  <a:rPr lang="en-IN" sz="2800" u="sng" dirty="0">
                    <a:latin typeface="Times New Roman" panose="02020603050405020304" pitchFamily="18" charset="0"/>
                    <a:cs typeface="Times New Roman" panose="02020603050405020304" pitchFamily="18" charset="0"/>
                  </a:rPr>
                  <a:t>Individual parameters</a:t>
                </a:r>
              </a:p>
              <a:p>
                <a:endParaRPr lang="en-IN" sz="2800" u="sng"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Spatial </a:t>
                </a:r>
                <a:r>
                  <a:rPr lang="en-IN" sz="2800" dirty="0">
                    <a:latin typeface="Times New Roman" panose="02020603050405020304" pitchFamily="18" charset="0"/>
                    <a:cs typeface="Times New Roman" panose="02020603050405020304" pitchFamily="18" charset="0"/>
                  </a:rPr>
                  <a:t>:</a:t>
                </a:r>
                <a:endParaRPr lang="en-IN" sz="2800" u="sng"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Each individual trajectory </a:t>
                </a:r>
                <a14:m>
                  <m:oMath xmlns:m="http://schemas.openxmlformats.org/officeDocument/2006/math">
                    <m:sSub>
                      <m:sSubPr>
                        <m:ctrlPr>
                          <a:rPr lang="en-US" sz="2000" b="1" i="1" spc="0" smtClean="0">
                            <a:solidFill>
                              <a:prstClr val="black"/>
                            </a:solidFill>
                            <a:latin typeface="Cambria Math" panose="02040503050406030204" pitchFamily="18" charset="0"/>
                            <a:cs typeface="Times New Roman" panose="02020603050405020304" pitchFamily="18" charset="0"/>
                          </a:rPr>
                        </m:ctrlPr>
                      </m:sSubPr>
                      <m:e>
                        <m:r>
                          <m:rPr>
                            <m:nor/>
                          </m:rPr>
                          <a:rPr lang="en-US" sz="2000" dirty="0">
                            <a:solidFill>
                              <a:schemeClr val="tx1"/>
                            </a:solidFill>
                            <a:latin typeface="Times New Roman" panose="02020603050405020304" pitchFamily="18" charset="0"/>
                            <a:cs typeface="Times New Roman" panose="02020603050405020304" pitchFamily="18" charset="0"/>
                          </a:rPr>
                          <m:t>γ</m:t>
                        </m:r>
                      </m:e>
                      <m:sub>
                        <m:r>
                          <a:rPr lang="en-IN" sz="2000" b="1" i="1" dirty="0" smtClean="0">
                            <a:solidFill>
                              <a:schemeClr val="tx1"/>
                            </a:solidFill>
                            <a:latin typeface="Cambria Math" panose="02040503050406030204" pitchFamily="18" charset="0"/>
                            <a:cs typeface="Times New Roman" panose="02020603050405020304" pitchFamily="18" charset="0"/>
                          </a:rPr>
                          <m:t>𝒊</m:t>
                        </m:r>
                      </m:sub>
                    </m:sSub>
                  </m:oMath>
                </a14:m>
                <a:r>
                  <a:rPr lang="en-US" sz="2000" dirty="0">
                    <a:solidFill>
                      <a:schemeClr val="tx1"/>
                    </a:solidFill>
                    <a:latin typeface="Times New Roman" panose="02020603050405020304" pitchFamily="18" charset="0"/>
                    <a:cs typeface="Times New Roman" panose="02020603050405020304" pitchFamily="18" charset="0"/>
                  </a:rPr>
                  <a:t> stems from the central geodesic </a:t>
                </a:r>
                <a14:m>
                  <m:oMath xmlns:m="http://schemas.openxmlformats.org/officeDocument/2006/math">
                    <m:sSub>
                      <m:sSubPr>
                        <m:ctrlPr>
                          <a:rPr lang="en-US" sz="2000" b="1" i="1" spc="0" smtClean="0">
                            <a:solidFill>
                              <a:prstClr val="black"/>
                            </a:solidFill>
                            <a:latin typeface="Cambria Math" panose="02040503050406030204" pitchFamily="18" charset="0"/>
                            <a:cs typeface="Times New Roman" panose="02020603050405020304" pitchFamily="18" charset="0"/>
                          </a:rPr>
                        </m:ctrlPr>
                      </m:sSubPr>
                      <m:e>
                        <m:r>
                          <m:rPr>
                            <m:nor/>
                          </m:rPr>
                          <a:rPr lang="en-US" sz="2000" dirty="0">
                            <a:solidFill>
                              <a:schemeClr val="tx1"/>
                            </a:solidFill>
                            <a:latin typeface="Times New Roman" panose="02020603050405020304" pitchFamily="18" charset="0"/>
                            <a:cs typeface="Times New Roman" panose="02020603050405020304" pitchFamily="18" charset="0"/>
                          </a:rPr>
                          <m:t>γ</m:t>
                        </m:r>
                      </m:e>
                      <m:sub>
                        <m:r>
                          <a:rPr lang="en-IN" sz="2000" b="1" i="1" spc="0">
                            <a:solidFill>
                              <a:prstClr val="black"/>
                            </a:solidFill>
                            <a:latin typeface="Cambria Math" panose="02040503050406030204" pitchFamily="18" charset="0"/>
                            <a:cs typeface="Times New Roman" panose="02020603050405020304" pitchFamily="18" charset="0"/>
                          </a:rPr>
                          <m:t>𝟎</m:t>
                        </m:r>
                      </m:sub>
                    </m:sSub>
                  </m:oMath>
                </a14:m>
                <a:r>
                  <a:rPr lang="en-US" sz="2000" dirty="0">
                    <a:solidFill>
                      <a:schemeClr val="tx1"/>
                    </a:solidFill>
                    <a:latin typeface="Times New Roman" panose="02020603050405020304" pitchFamily="18" charset="0"/>
                    <a:cs typeface="Times New Roman" panose="02020603050405020304" pitchFamily="18" charset="0"/>
                  </a:rPr>
                  <a:t> with a small shift on the manifold </a:t>
                </a:r>
                <a14:m>
                  <m:oMath xmlns:m="http://schemas.openxmlformats.org/officeDocument/2006/math">
                    <m:sSub>
                      <m:sSubPr>
                        <m:ctrlPr>
                          <a:rPr lang="en-US" sz="2000" b="1" i="1" spc="0" smtClean="0">
                            <a:solidFill>
                              <a:schemeClr val="accent1"/>
                            </a:solidFill>
                            <a:latin typeface="Cambria Math" panose="02040503050406030204" pitchFamily="18" charset="0"/>
                            <a:cs typeface="Times New Roman" panose="02020603050405020304" pitchFamily="18" charset="0"/>
                          </a:rPr>
                        </m:ctrlPr>
                      </m:sSubPr>
                      <m:e>
                        <m:r>
                          <m:rPr>
                            <m:nor/>
                          </m:rPr>
                          <a:rPr lang="en-IN" sz="2000" b="0" i="0" spc="0" smtClean="0">
                            <a:solidFill>
                              <a:schemeClr val="accent1"/>
                            </a:solidFill>
                            <a:latin typeface="Cambria Math" panose="02040503050406030204" pitchFamily="18" charset="0"/>
                            <a:cs typeface="Times New Roman" panose="02020603050405020304" pitchFamily="18" charset="0"/>
                          </a:rPr>
                          <m:t>w</m:t>
                        </m:r>
                      </m:e>
                      <m:sub>
                        <m:r>
                          <a:rPr lang="en-IN" sz="2000" b="1" i="1" dirty="0" smtClean="0">
                            <a:solidFill>
                              <a:schemeClr val="accent1"/>
                            </a:solidFill>
                            <a:latin typeface="Cambria Math" panose="02040503050406030204" pitchFamily="18" charset="0"/>
                            <a:cs typeface="Times New Roman" panose="02020603050405020304" pitchFamily="18" charset="0"/>
                          </a:rPr>
                          <m:t>𝒊</m:t>
                        </m:r>
                      </m:sub>
                    </m:sSub>
                  </m:oMath>
                </a14:m>
                <a:r>
                  <a:rPr lang="en-US" sz="2000" dirty="0">
                    <a:solidFill>
                      <a:schemeClr val="accent1"/>
                    </a:solidFill>
                    <a:latin typeface="Times New Roman" panose="02020603050405020304" pitchFamily="18" charset="0"/>
                    <a:cs typeface="Times New Roman" panose="02020603050405020304" pitchFamily="18" charset="0"/>
                  </a:rPr>
                  <a:t> </a:t>
                </a:r>
                <a:r>
                  <a:rPr lang="en-US" sz="2000" dirty="0">
                    <a:solidFill>
                      <a:schemeClr val="tx1"/>
                    </a:solidFill>
                    <a:latin typeface="Times New Roman" panose="02020603050405020304" pitchFamily="18" charset="0"/>
                    <a:cs typeface="Times New Roman" panose="02020603050405020304" pitchFamily="18" charset="0"/>
                  </a:rPr>
                  <a:t>called a </a:t>
                </a:r>
                <a:r>
                  <a:rPr lang="en-US" sz="2000" b="1" dirty="0">
                    <a:solidFill>
                      <a:schemeClr val="tx1"/>
                    </a:solidFill>
                    <a:latin typeface="Times New Roman" panose="02020603050405020304" pitchFamily="18" charset="0"/>
                    <a:cs typeface="Times New Roman" panose="02020603050405020304" pitchFamily="18" charset="0"/>
                  </a:rPr>
                  <a:t>space-shift, or inter-marker spacing</a:t>
                </a:r>
                <a:r>
                  <a:rPr lang="en-US" sz="2000" dirty="0">
                    <a:solidFill>
                      <a:schemeClr val="tx1"/>
                    </a:solidFill>
                    <a:latin typeface="Times New Roman" panose="02020603050405020304" pitchFamily="18" charset="0"/>
                    <a:cs typeface="Times New Roman" panose="02020603050405020304" pitchFamily="18" charset="0"/>
                  </a:rPr>
                  <a:t>. </a:t>
                </a:r>
              </a:p>
              <a:p>
                <a:endParaRPr lang="en-US" sz="2000" dirty="0">
                  <a:solidFill>
                    <a:schemeClr val="tx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The individual follows a trajectory parallel to </a:t>
                </a:r>
                <a14:m>
                  <m:oMath xmlns:m="http://schemas.openxmlformats.org/officeDocument/2006/math">
                    <m:sSub>
                      <m:sSubPr>
                        <m:ctrlPr>
                          <a:rPr lang="en-US" sz="2000" b="1" i="1" spc="0" smtClean="0">
                            <a:solidFill>
                              <a:prstClr val="black"/>
                            </a:solidFill>
                            <a:latin typeface="Cambria Math" panose="02040503050406030204" pitchFamily="18" charset="0"/>
                            <a:cs typeface="Times New Roman" panose="02020603050405020304" pitchFamily="18" charset="0"/>
                          </a:rPr>
                        </m:ctrlPr>
                      </m:sSubPr>
                      <m:e>
                        <m:r>
                          <m:rPr>
                            <m:nor/>
                          </m:rPr>
                          <a:rPr lang="en-US" sz="2000" dirty="0">
                            <a:solidFill>
                              <a:schemeClr val="tx1"/>
                            </a:solidFill>
                            <a:latin typeface="Times New Roman" panose="02020603050405020304" pitchFamily="18" charset="0"/>
                            <a:cs typeface="Times New Roman" panose="02020603050405020304" pitchFamily="18" charset="0"/>
                          </a:rPr>
                          <m:t>γ</m:t>
                        </m:r>
                      </m:e>
                      <m:sub>
                        <m:r>
                          <a:rPr lang="en-IN" sz="2000" b="1" i="1" spc="0">
                            <a:solidFill>
                              <a:prstClr val="black"/>
                            </a:solidFill>
                            <a:latin typeface="Cambria Math" panose="02040503050406030204" pitchFamily="18" charset="0"/>
                            <a:cs typeface="Times New Roman" panose="02020603050405020304" pitchFamily="18" charset="0"/>
                          </a:rPr>
                          <m:t>𝟎</m:t>
                        </m:r>
                      </m:sub>
                    </m:sSub>
                  </m:oMath>
                </a14:m>
                <a:r>
                  <a:rPr lang="en-US" sz="2000" dirty="0">
                    <a:solidFill>
                      <a:schemeClr val="tx1"/>
                    </a:solidFill>
                    <a:latin typeface="Times New Roman" panose="02020603050405020304" pitchFamily="18" charset="0"/>
                    <a:cs typeface="Times New Roman" panose="02020603050405020304" pitchFamily="18" charset="0"/>
                  </a:rPr>
                  <a:t> in the sense of the Exp-</a:t>
                </a:r>
                <a:r>
                  <a:rPr lang="en-US" sz="2000" dirty="0" err="1">
                    <a:solidFill>
                      <a:schemeClr val="tx1"/>
                    </a:solidFill>
                    <a:latin typeface="Times New Roman" panose="02020603050405020304" pitchFamily="18" charset="0"/>
                    <a:cs typeface="Times New Roman" panose="02020603050405020304" pitchFamily="18" charset="0"/>
                  </a:rPr>
                  <a:t>parallelisation</a:t>
                </a:r>
                <a:r>
                  <a:rPr lang="en-US" sz="2000" dirty="0">
                    <a:solidFill>
                      <a:schemeClr val="tx1"/>
                    </a:solidFill>
                    <a:latin typeface="Times New Roman" panose="02020603050405020304" pitchFamily="18" charset="0"/>
                    <a:cs typeface="Times New Roman" panose="02020603050405020304" pitchFamily="18" charset="0"/>
                  </a:rPr>
                  <a:t>, a concept extending the notion of parallels to Manifolds. </a:t>
                </a:r>
              </a:p>
              <a:p>
                <a:endParaRPr lang="en-US" sz="2000" dirty="0">
                  <a:solidFill>
                    <a:schemeClr val="tx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The space-shift </a:t>
                </a:r>
                <a14:m>
                  <m:oMath xmlns:m="http://schemas.openxmlformats.org/officeDocument/2006/math">
                    <m:sSub>
                      <m:sSubPr>
                        <m:ctrlPr>
                          <a:rPr lang="en-US" sz="2000" b="1" i="1" spc="0" smtClean="0">
                            <a:solidFill>
                              <a:prstClr val="black"/>
                            </a:solidFill>
                            <a:latin typeface="Cambria Math" panose="02040503050406030204" pitchFamily="18" charset="0"/>
                            <a:cs typeface="Times New Roman" panose="02020603050405020304" pitchFamily="18" charset="0"/>
                          </a:rPr>
                        </m:ctrlPr>
                      </m:sSubPr>
                      <m:e>
                        <m:r>
                          <m:rPr>
                            <m:nor/>
                          </m:rPr>
                          <a:rPr lang="en-IN" sz="2000" b="1" i="0" dirty="0" smtClean="0">
                            <a:solidFill>
                              <a:schemeClr val="tx1"/>
                            </a:solidFill>
                            <a:latin typeface="Times New Roman" panose="02020603050405020304" pitchFamily="18" charset="0"/>
                            <a:cs typeface="Times New Roman" panose="02020603050405020304" pitchFamily="18" charset="0"/>
                          </a:rPr>
                          <m:t>w</m:t>
                        </m:r>
                      </m:e>
                      <m:sub>
                        <m:r>
                          <a:rPr lang="en-IN" sz="2000" b="1" i="1" dirty="0" smtClean="0">
                            <a:solidFill>
                              <a:schemeClr val="tx1"/>
                            </a:solidFill>
                            <a:latin typeface="Cambria Math" panose="02040503050406030204" pitchFamily="18" charset="0"/>
                            <a:cs typeface="Times New Roman" panose="02020603050405020304" pitchFamily="18" charset="0"/>
                          </a:rPr>
                          <m:t>𝒊</m:t>
                        </m:r>
                      </m:sub>
                    </m:sSub>
                  </m:oMath>
                </a14:m>
                <a:r>
                  <a:rPr lang="en-US" sz="2000" b="1" dirty="0">
                    <a:solidFill>
                      <a:schemeClr val="tx1"/>
                    </a:solidFill>
                    <a:latin typeface="Times New Roman" panose="02020603050405020304" pitchFamily="18" charset="0"/>
                    <a:cs typeface="Times New Roman" panose="02020603050405020304" pitchFamily="18" charset="0"/>
                  </a:rPr>
                  <a:t> </a:t>
                </a:r>
                <a:r>
                  <a:rPr lang="en-US" sz="2000" dirty="0">
                    <a:solidFill>
                      <a:schemeClr val="tx1"/>
                    </a:solidFill>
                    <a:latin typeface="Times New Roman" panose="02020603050405020304" pitchFamily="18" charset="0"/>
                    <a:cs typeface="Times New Roman" panose="02020603050405020304" pitchFamily="18" charset="0"/>
                  </a:rPr>
                  <a:t>is a vector in the tangent space at </a:t>
                </a:r>
                <a:r>
                  <a:rPr lang="en-US" sz="2000" b="1" dirty="0">
                    <a:solidFill>
                      <a:schemeClr val="tx1"/>
                    </a:solidFill>
                    <a:latin typeface="Times New Roman" panose="02020603050405020304" pitchFamily="18" charset="0"/>
                    <a:cs typeface="Times New Roman" panose="02020603050405020304" pitchFamily="18" charset="0"/>
                  </a:rPr>
                  <a:t>p</a:t>
                </a:r>
                <a:r>
                  <a:rPr lang="en-US" sz="2000" dirty="0">
                    <a:solidFill>
                      <a:schemeClr val="tx1"/>
                    </a:solidFill>
                    <a:latin typeface="Times New Roman" panose="02020603050405020304" pitchFamily="18" charset="0"/>
                    <a:cs typeface="Times New Roman" panose="02020603050405020304" pitchFamily="18" charset="0"/>
                  </a:rPr>
                  <a:t> defined so that shooting with the Riemannian exponential from </a:t>
                </a:r>
                <a:r>
                  <a:rPr lang="en-US" sz="2000" b="1" dirty="0">
                    <a:solidFill>
                      <a:schemeClr val="tx1"/>
                    </a:solidFill>
                    <a:latin typeface="Times New Roman" panose="02020603050405020304" pitchFamily="18" charset="0"/>
                    <a:cs typeface="Times New Roman" panose="02020603050405020304" pitchFamily="18" charset="0"/>
                  </a:rPr>
                  <a:t>p</a:t>
                </a:r>
                <a:r>
                  <a:rPr lang="en-US" sz="2000" dirty="0">
                    <a:solidFill>
                      <a:schemeClr val="tx1"/>
                    </a:solidFill>
                    <a:latin typeface="Times New Roman" panose="02020603050405020304" pitchFamily="18" charset="0"/>
                    <a:cs typeface="Times New Roman" panose="02020603050405020304" pitchFamily="18" charset="0"/>
                  </a:rPr>
                  <a:t> at speed </a:t>
                </a:r>
                <a14:m>
                  <m:oMath xmlns:m="http://schemas.openxmlformats.org/officeDocument/2006/math">
                    <m:sSub>
                      <m:sSubPr>
                        <m:ctrlPr>
                          <a:rPr lang="en-US" sz="2000" b="1" i="1" spc="0" smtClean="0">
                            <a:solidFill>
                              <a:prstClr val="black"/>
                            </a:solidFill>
                            <a:latin typeface="Cambria Math" panose="02040503050406030204" pitchFamily="18" charset="0"/>
                            <a:cs typeface="Times New Roman" panose="02020603050405020304" pitchFamily="18" charset="0"/>
                          </a:rPr>
                        </m:ctrlPr>
                      </m:sSubPr>
                      <m:e>
                        <m:r>
                          <m:rPr>
                            <m:nor/>
                          </m:rPr>
                          <a:rPr lang="en-IN" sz="2000" b="0" i="0" dirty="0" smtClean="0">
                            <a:solidFill>
                              <a:schemeClr val="tx1"/>
                            </a:solidFill>
                            <a:latin typeface="Times New Roman" panose="02020603050405020304" pitchFamily="18" charset="0"/>
                            <a:cs typeface="Times New Roman" panose="02020603050405020304" pitchFamily="18" charset="0"/>
                          </a:rPr>
                          <m:t>w</m:t>
                        </m:r>
                      </m:e>
                      <m:sub>
                        <m:r>
                          <a:rPr lang="en-IN" sz="2000" b="1" i="1" spc="0" smtClean="0">
                            <a:solidFill>
                              <a:prstClr val="black"/>
                            </a:solidFill>
                            <a:latin typeface="Cambria Math" panose="02040503050406030204" pitchFamily="18" charset="0"/>
                            <a:cs typeface="Times New Roman" panose="02020603050405020304" pitchFamily="18" charset="0"/>
                          </a:rPr>
                          <m:t>𝒊</m:t>
                        </m:r>
                      </m:sub>
                    </m:sSub>
                  </m:oMath>
                </a14:m>
                <a:r>
                  <a:rPr lang="en-US" sz="2000" dirty="0">
                    <a:solidFill>
                      <a:schemeClr val="tx1"/>
                    </a:solidFill>
                    <a:latin typeface="Times New Roman" panose="02020603050405020304" pitchFamily="18" charset="0"/>
                    <a:cs typeface="Times New Roman" panose="02020603050405020304" pitchFamily="18" charset="0"/>
                  </a:rPr>
                  <a:t> yields a point of </a:t>
                </a:r>
                <a14:m>
                  <m:oMath xmlns:m="http://schemas.openxmlformats.org/officeDocument/2006/math">
                    <m:sSub>
                      <m:sSubPr>
                        <m:ctrlPr>
                          <a:rPr lang="en-US" sz="2000" b="1" i="1" spc="0">
                            <a:solidFill>
                              <a:prstClr val="black"/>
                            </a:solidFill>
                            <a:latin typeface="Cambria Math" panose="02040503050406030204" pitchFamily="18" charset="0"/>
                            <a:cs typeface="Times New Roman" panose="02020603050405020304" pitchFamily="18" charset="0"/>
                          </a:rPr>
                        </m:ctrlPr>
                      </m:sSubPr>
                      <m:e>
                        <m:r>
                          <m:rPr>
                            <m:nor/>
                          </m:rPr>
                          <a:rPr lang="en-US" sz="2000" dirty="0">
                            <a:solidFill>
                              <a:schemeClr val="tx1"/>
                            </a:solidFill>
                            <a:latin typeface="Times New Roman" panose="02020603050405020304" pitchFamily="18" charset="0"/>
                            <a:cs typeface="Times New Roman" panose="02020603050405020304" pitchFamily="18" charset="0"/>
                          </a:rPr>
                          <m:t>γ</m:t>
                        </m:r>
                      </m:e>
                      <m:sub>
                        <m:r>
                          <a:rPr lang="en-IN" sz="2000" b="1" i="1" dirty="0" smtClean="0">
                            <a:solidFill>
                              <a:schemeClr val="tx1"/>
                            </a:solidFill>
                            <a:latin typeface="Cambria Math" panose="02040503050406030204" pitchFamily="18" charset="0"/>
                            <a:cs typeface="Times New Roman" panose="02020603050405020304" pitchFamily="18" charset="0"/>
                          </a:rPr>
                          <m:t>𝒊</m:t>
                        </m:r>
                      </m:sub>
                    </m:sSub>
                  </m:oMath>
                </a14:m>
                <a:r>
                  <a:rPr lang="en-US" sz="2000" dirty="0">
                    <a:solidFill>
                      <a:schemeClr val="tx1"/>
                    </a:solidFill>
                    <a:latin typeface="Times New Roman" panose="02020603050405020304" pitchFamily="18" charset="0"/>
                    <a:cs typeface="Times New Roman" panose="02020603050405020304" pitchFamily="18" charset="0"/>
                  </a:rPr>
                  <a:t>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Temporal:</a:t>
                </a:r>
              </a:p>
              <a:p>
                <a:pPr marL="342900" indent="-3429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The individual temporality of the disease can be modelled with a time reparameterization </a:t>
                </a:r>
                <a14:m>
                  <m:oMath xmlns:m="http://schemas.openxmlformats.org/officeDocument/2006/math">
                    <m:sSub>
                      <m:sSubPr>
                        <m:ctrlPr>
                          <a:rPr lang="en-US" sz="2000" b="1" i="1" spc="0">
                            <a:solidFill>
                              <a:prstClr val="black"/>
                            </a:solidFill>
                            <a:latin typeface="Cambria Math" panose="02040503050406030204" pitchFamily="18" charset="0"/>
                            <a:cs typeface="Times New Roman" panose="02020603050405020304" pitchFamily="18" charset="0"/>
                          </a:rPr>
                        </m:ctrlPr>
                      </m:sSubPr>
                      <m:e>
                        <m:r>
                          <m:rPr>
                            <m:nor/>
                          </m:rPr>
                          <a:rPr lang="en-US" sz="2000" b="1" dirty="0">
                            <a:solidFill>
                              <a:schemeClr val="tx1"/>
                            </a:solidFill>
                            <a:latin typeface="Times New Roman" panose="02020603050405020304" pitchFamily="18" charset="0"/>
                            <a:cs typeface="Times New Roman" panose="02020603050405020304" pitchFamily="18" charset="0"/>
                          </a:rPr>
                          <m:t>ψ</m:t>
                        </m:r>
                      </m:e>
                      <m:sub>
                        <m:r>
                          <a:rPr lang="en-IN" sz="2000" b="1" i="1" dirty="0">
                            <a:solidFill>
                              <a:schemeClr val="tx1"/>
                            </a:solidFill>
                            <a:latin typeface="Cambria Math" panose="02040503050406030204" pitchFamily="18" charset="0"/>
                            <a:cs typeface="Times New Roman" panose="02020603050405020304" pitchFamily="18" charset="0"/>
                          </a:rPr>
                          <m:t>𝒊</m:t>
                        </m:r>
                      </m:sub>
                    </m:sSub>
                  </m:oMath>
                </a14:m>
                <a:r>
                  <a:rPr lang="en-US" sz="2000" dirty="0">
                    <a:solidFill>
                      <a:schemeClr val="tx1"/>
                    </a:solidFill>
                    <a:latin typeface="Times New Roman" panose="02020603050405020304" pitchFamily="18" charset="0"/>
                    <a:cs typeface="Times New Roman" panose="02020603050405020304" pitchFamily="18" charset="0"/>
                  </a:rPr>
                  <a:t>(t) so that the observation </a:t>
                </a:r>
                <a14:m>
                  <m:oMath xmlns:m="http://schemas.openxmlformats.org/officeDocument/2006/math">
                    <m:sSub>
                      <m:sSubPr>
                        <m:ctrlPr>
                          <a:rPr lang="en-US" sz="2000" b="1" i="1" spc="0">
                            <a:solidFill>
                              <a:prstClr val="black"/>
                            </a:solidFill>
                            <a:latin typeface="Cambria Math" panose="02040503050406030204" pitchFamily="18" charset="0"/>
                            <a:cs typeface="Times New Roman" panose="02020603050405020304" pitchFamily="18" charset="0"/>
                          </a:rPr>
                        </m:ctrlPr>
                      </m:sSubPr>
                      <m:e>
                        <m:r>
                          <m:rPr>
                            <m:nor/>
                          </m:rPr>
                          <a:rPr lang="en-IN" sz="2000" b="1" i="0" spc="0" smtClean="0">
                            <a:solidFill>
                              <a:prstClr val="black"/>
                            </a:solidFill>
                            <a:latin typeface="Cambria Math" panose="02040503050406030204" pitchFamily="18" charset="0"/>
                            <a:cs typeface="Times New Roman" panose="02020603050405020304" pitchFamily="18" charset="0"/>
                          </a:rPr>
                          <m:t>y</m:t>
                        </m:r>
                      </m:e>
                      <m:sub>
                        <m:r>
                          <a:rPr lang="en-IN" sz="2000" b="1" i="1" dirty="0">
                            <a:solidFill>
                              <a:schemeClr val="tx1"/>
                            </a:solidFill>
                            <a:latin typeface="Cambria Math" panose="02040503050406030204" pitchFamily="18" charset="0"/>
                            <a:cs typeface="Times New Roman" panose="02020603050405020304" pitchFamily="18" charset="0"/>
                          </a:rPr>
                          <m:t>𝒊</m:t>
                        </m:r>
                        <m:r>
                          <a:rPr lang="en-IN" sz="2000" b="1" i="1" dirty="0" smtClean="0">
                            <a:solidFill>
                              <a:schemeClr val="tx1"/>
                            </a:solidFill>
                            <a:latin typeface="Cambria Math" panose="02040503050406030204" pitchFamily="18" charset="0"/>
                            <a:cs typeface="Times New Roman" panose="02020603050405020304" pitchFamily="18" charset="0"/>
                          </a:rPr>
                          <m:t>𝒋</m:t>
                        </m:r>
                      </m:sub>
                    </m:sSub>
                  </m:oMath>
                </a14:m>
                <a:r>
                  <a:rPr lang="en-US" sz="2000" dirty="0">
                    <a:solidFill>
                      <a:schemeClr val="tx1"/>
                    </a:solidFill>
                    <a:latin typeface="Times New Roman" panose="02020603050405020304" pitchFamily="18" charset="0"/>
                    <a:cs typeface="Times New Roman" panose="02020603050405020304" pitchFamily="18" charset="0"/>
                  </a:rPr>
                  <a:t> is           </a:t>
                </a:r>
                <a14:m>
                  <m:oMath xmlns:m="http://schemas.openxmlformats.org/officeDocument/2006/math">
                    <m:sSub>
                      <m:sSubPr>
                        <m:ctrlPr>
                          <a:rPr lang="en-US" sz="2000" b="1" i="1" spc="0" smtClean="0">
                            <a:solidFill>
                              <a:prstClr val="black"/>
                            </a:solidFill>
                            <a:latin typeface="Cambria Math" panose="02040503050406030204" pitchFamily="18" charset="0"/>
                            <a:cs typeface="Times New Roman" panose="02020603050405020304" pitchFamily="18" charset="0"/>
                          </a:rPr>
                        </m:ctrlPr>
                      </m:sSubPr>
                      <m:e>
                        <m:r>
                          <m:rPr>
                            <m:nor/>
                          </m:rPr>
                          <a:rPr lang="en-US" sz="2000" b="1" dirty="0">
                            <a:solidFill>
                              <a:schemeClr val="tx1"/>
                            </a:solidFill>
                            <a:latin typeface="Times New Roman" panose="02020603050405020304" pitchFamily="18" charset="0"/>
                            <a:cs typeface="Times New Roman" panose="02020603050405020304" pitchFamily="18" charset="0"/>
                          </a:rPr>
                          <m:t>γ</m:t>
                        </m:r>
                      </m:e>
                      <m:sub>
                        <m:r>
                          <a:rPr lang="en-IN" sz="2000" b="1" i="1" dirty="0" smtClean="0">
                            <a:solidFill>
                              <a:schemeClr val="tx1"/>
                            </a:solidFill>
                            <a:latin typeface="Cambria Math" panose="02040503050406030204" pitchFamily="18" charset="0"/>
                            <a:cs typeface="Times New Roman" panose="02020603050405020304" pitchFamily="18" charset="0"/>
                          </a:rPr>
                          <m:t>𝒊</m:t>
                        </m:r>
                      </m:sub>
                    </m:sSub>
                  </m:oMath>
                </a14:m>
                <a:r>
                  <a:rPr lang="en-US" sz="2000" b="1"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000" b="1" i="1" spc="0">
                            <a:solidFill>
                              <a:prstClr val="black"/>
                            </a:solidFill>
                            <a:latin typeface="Cambria Math" panose="02040503050406030204" pitchFamily="18" charset="0"/>
                            <a:cs typeface="Times New Roman" panose="02020603050405020304" pitchFamily="18" charset="0"/>
                          </a:rPr>
                        </m:ctrlPr>
                      </m:sSubPr>
                      <m:e>
                        <m:r>
                          <m:rPr>
                            <m:nor/>
                          </m:rPr>
                          <a:rPr lang="en-US" sz="2000" b="1" dirty="0">
                            <a:solidFill>
                              <a:schemeClr val="tx1"/>
                            </a:solidFill>
                            <a:latin typeface="Times New Roman" panose="02020603050405020304" pitchFamily="18" charset="0"/>
                            <a:cs typeface="Times New Roman" panose="02020603050405020304" pitchFamily="18" charset="0"/>
                          </a:rPr>
                          <m:t>ψ</m:t>
                        </m:r>
                      </m:e>
                      <m:sub>
                        <m:r>
                          <a:rPr lang="en-IN" sz="2000" b="1" i="1" dirty="0">
                            <a:solidFill>
                              <a:schemeClr val="tx1"/>
                            </a:solidFill>
                            <a:latin typeface="Cambria Math" panose="02040503050406030204" pitchFamily="18" charset="0"/>
                            <a:cs typeface="Times New Roman" panose="02020603050405020304" pitchFamily="18" charset="0"/>
                          </a:rPr>
                          <m:t>𝒊</m:t>
                        </m:r>
                      </m:sub>
                    </m:sSub>
                  </m:oMath>
                </a14:m>
                <a:r>
                  <a:rPr lang="en-US" sz="2000" b="1"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000" b="1" i="1" spc="0">
                            <a:solidFill>
                              <a:prstClr val="black"/>
                            </a:solidFill>
                            <a:latin typeface="Cambria Math" panose="02040503050406030204" pitchFamily="18" charset="0"/>
                            <a:cs typeface="Times New Roman" panose="02020603050405020304" pitchFamily="18" charset="0"/>
                          </a:rPr>
                        </m:ctrlPr>
                      </m:sSubPr>
                      <m:e>
                        <m:r>
                          <m:rPr>
                            <m:nor/>
                          </m:rPr>
                          <a:rPr lang="en-IN" sz="2000" b="1" i="0" spc="0" smtClean="0">
                            <a:solidFill>
                              <a:prstClr val="black"/>
                            </a:solidFill>
                            <a:latin typeface="Cambria Math" panose="02040503050406030204" pitchFamily="18" charset="0"/>
                            <a:cs typeface="Times New Roman" panose="02020603050405020304" pitchFamily="18" charset="0"/>
                          </a:rPr>
                          <m:t>t</m:t>
                        </m:r>
                      </m:e>
                      <m:sub>
                        <m:r>
                          <a:rPr lang="en-IN" sz="2000" b="1" i="1" dirty="0">
                            <a:solidFill>
                              <a:schemeClr val="tx1"/>
                            </a:solidFill>
                            <a:latin typeface="Cambria Math" panose="02040503050406030204" pitchFamily="18" charset="0"/>
                            <a:cs typeface="Times New Roman" panose="02020603050405020304" pitchFamily="18" charset="0"/>
                          </a:rPr>
                          <m:t>𝒊</m:t>
                        </m:r>
                        <m:r>
                          <a:rPr lang="en-IN" sz="2000" b="1" i="1" dirty="0" smtClean="0">
                            <a:solidFill>
                              <a:schemeClr val="tx1"/>
                            </a:solidFill>
                            <a:latin typeface="Cambria Math" panose="02040503050406030204" pitchFamily="18" charset="0"/>
                            <a:cs typeface="Times New Roman" panose="02020603050405020304" pitchFamily="18" charset="0"/>
                          </a:rPr>
                          <m:t>𝒋</m:t>
                        </m:r>
                      </m:sub>
                    </m:sSub>
                  </m:oMath>
                </a14:m>
                <a:r>
                  <a:rPr lang="en-US" sz="2000" b="1" dirty="0">
                    <a:solidFill>
                      <a:schemeClr val="tx1"/>
                    </a:solidFill>
                    <a:latin typeface="Times New Roman" panose="02020603050405020304" pitchFamily="18" charset="0"/>
                    <a:cs typeface="Times New Roman" panose="02020603050405020304" pitchFamily="18" charset="0"/>
                  </a:rPr>
                  <a:t> ))</a:t>
                </a:r>
                <a:r>
                  <a:rPr lang="en-US" sz="2000" dirty="0">
                    <a:solidFill>
                      <a:schemeClr val="tx1"/>
                    </a:solidFill>
                    <a:latin typeface="Times New Roman" panose="02020603050405020304" pitchFamily="18" charset="0"/>
                    <a:cs typeface="Times New Roman" panose="02020603050405020304" pitchFamily="18" charset="0"/>
                  </a:rPr>
                  <a:t>. </a:t>
                </a:r>
              </a:p>
              <a:p>
                <a:endParaRPr lang="en-US" sz="2000" dirty="0">
                  <a:solidFill>
                    <a:schemeClr val="tx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The chosen time-warp is </a:t>
                </a:r>
                <a14:m>
                  <m:oMath xmlns:m="http://schemas.openxmlformats.org/officeDocument/2006/math">
                    <m:sSub>
                      <m:sSubPr>
                        <m:ctrlPr>
                          <a:rPr lang="en-US" sz="2000" b="1" i="1" spc="0" smtClean="0">
                            <a:solidFill>
                              <a:prstClr val="black"/>
                            </a:solidFill>
                            <a:latin typeface="Cambria Math" panose="02040503050406030204" pitchFamily="18" charset="0"/>
                            <a:cs typeface="Times New Roman" panose="02020603050405020304" pitchFamily="18" charset="0"/>
                          </a:rPr>
                        </m:ctrlPr>
                      </m:sSubPr>
                      <m:e>
                        <m:r>
                          <m:rPr>
                            <m:nor/>
                          </m:rPr>
                          <a:rPr lang="en-US" sz="2000" b="1" dirty="0">
                            <a:solidFill>
                              <a:schemeClr val="tx1"/>
                            </a:solidFill>
                            <a:latin typeface="Times New Roman" panose="02020603050405020304" pitchFamily="18" charset="0"/>
                            <a:cs typeface="Times New Roman" panose="02020603050405020304" pitchFamily="18" charset="0"/>
                          </a:rPr>
                          <m:t>ψ</m:t>
                        </m:r>
                      </m:e>
                      <m:sub>
                        <m:r>
                          <a:rPr lang="en-IN" sz="2000" b="1" i="1" dirty="0">
                            <a:solidFill>
                              <a:schemeClr val="tx1"/>
                            </a:solidFill>
                            <a:latin typeface="Cambria Math" panose="02040503050406030204" pitchFamily="18" charset="0"/>
                            <a:cs typeface="Times New Roman" panose="02020603050405020304" pitchFamily="18" charset="0"/>
                          </a:rPr>
                          <m:t>𝒊</m:t>
                        </m:r>
                      </m:sub>
                    </m:sSub>
                  </m:oMath>
                </a14:m>
                <a:r>
                  <a:rPr lang="en-US" sz="2000" dirty="0">
                    <a:solidFill>
                      <a:schemeClr val="tx1"/>
                    </a:solidFill>
                    <a:latin typeface="Times New Roman" panose="02020603050405020304" pitchFamily="18" charset="0"/>
                    <a:cs typeface="Times New Roman" panose="02020603050405020304" pitchFamily="18" charset="0"/>
                  </a:rPr>
                  <a:t>(t) = </a:t>
                </a:r>
                <a14:m>
                  <m:oMath xmlns:m="http://schemas.openxmlformats.org/officeDocument/2006/math">
                    <m:sSub>
                      <m:sSubPr>
                        <m:ctrlPr>
                          <a:rPr lang="en-US" sz="2000" b="1" i="1" spc="0">
                            <a:solidFill>
                              <a:prstClr val="black"/>
                            </a:solidFill>
                            <a:latin typeface="Cambria Math" panose="02040503050406030204" pitchFamily="18" charset="0"/>
                            <a:cs typeface="Times New Roman" panose="02020603050405020304" pitchFamily="18" charset="0"/>
                          </a:rPr>
                        </m:ctrlPr>
                      </m:sSubPr>
                      <m:e>
                        <m:r>
                          <m:rPr>
                            <m:nor/>
                          </m:rPr>
                          <a:rPr lang="en-US" sz="2000" dirty="0">
                            <a:solidFill>
                              <a:schemeClr val="tx1"/>
                            </a:solidFill>
                            <a:latin typeface="Times New Roman" panose="02020603050405020304" pitchFamily="18" charset="0"/>
                            <a:cs typeface="Times New Roman" panose="02020603050405020304" pitchFamily="18" charset="0"/>
                          </a:rPr>
                          <m:t>α</m:t>
                        </m:r>
                      </m:e>
                      <m:sub>
                        <m:r>
                          <a:rPr lang="en-IN" sz="2000" b="1" i="1" spc="0">
                            <a:solidFill>
                              <a:prstClr val="black"/>
                            </a:solidFill>
                            <a:latin typeface="Cambria Math" panose="02040503050406030204" pitchFamily="18" charset="0"/>
                            <a:cs typeface="Times New Roman" panose="02020603050405020304" pitchFamily="18" charset="0"/>
                          </a:rPr>
                          <m:t>𝒊</m:t>
                        </m:r>
                      </m:sub>
                    </m:sSub>
                    <m:r>
                      <a:rPr lang="en-IN" sz="2000" b="1" i="1" dirty="0">
                        <a:solidFill>
                          <a:schemeClr val="tx1"/>
                        </a:solidFill>
                        <a:latin typeface="Cambria Math" panose="02040503050406030204" pitchFamily="18" charset="0"/>
                        <a:cs typeface="Times New Roman" panose="02020603050405020304" pitchFamily="18" charset="0"/>
                      </a:rPr>
                      <m:t> </m:t>
                    </m:r>
                  </m:oMath>
                </a14:m>
                <a:r>
                  <a:rPr lang="en-US" sz="2000" dirty="0">
                    <a:solidFill>
                      <a:schemeClr val="tx1"/>
                    </a:solidFill>
                    <a:latin typeface="Times New Roman" panose="02020603050405020304" pitchFamily="18" charset="0"/>
                    <a:cs typeface="Times New Roman" panose="02020603050405020304" pitchFamily="18" charset="0"/>
                  </a:rPr>
                  <a:t>(t − </a:t>
                </a:r>
                <a14:m>
                  <m:oMath xmlns:m="http://schemas.openxmlformats.org/officeDocument/2006/math">
                    <m:sSub>
                      <m:sSubPr>
                        <m:ctrlPr>
                          <a:rPr lang="en-US" sz="2000" b="1" i="1" spc="0">
                            <a:solidFill>
                              <a:prstClr val="black"/>
                            </a:solidFill>
                            <a:latin typeface="Cambria Math" panose="02040503050406030204" pitchFamily="18" charset="0"/>
                            <a:cs typeface="Times New Roman" panose="02020603050405020304" pitchFamily="18" charset="0"/>
                          </a:rPr>
                        </m:ctrlPr>
                      </m:sSubPr>
                      <m:e>
                        <m:r>
                          <m:rPr>
                            <m:nor/>
                          </m:rPr>
                          <a:rPr lang="en-IN" sz="2000" b="1" i="0" spc="0" smtClean="0">
                            <a:solidFill>
                              <a:prstClr val="black"/>
                            </a:solidFill>
                            <a:latin typeface="Cambria Math" panose="02040503050406030204" pitchFamily="18" charset="0"/>
                            <a:cs typeface="Times New Roman" panose="02020603050405020304" pitchFamily="18" charset="0"/>
                          </a:rPr>
                          <m:t>t</m:t>
                        </m:r>
                      </m:e>
                      <m:sub>
                        <m:r>
                          <a:rPr lang="en-IN" sz="2000" b="1" i="1" dirty="0" smtClean="0">
                            <a:solidFill>
                              <a:schemeClr val="tx1"/>
                            </a:solidFill>
                            <a:latin typeface="Cambria Math" panose="02040503050406030204" pitchFamily="18" charset="0"/>
                            <a:cs typeface="Times New Roman" panose="02020603050405020304" pitchFamily="18" charset="0"/>
                          </a:rPr>
                          <m:t>𝟎</m:t>
                        </m:r>
                      </m:sub>
                    </m:sSub>
                  </m:oMath>
                </a14:m>
                <a:r>
                  <a:rPr lang="en-US" sz="2000" dirty="0">
                    <a:solidFill>
                      <a:schemeClr val="tx1"/>
                    </a:solidFill>
                    <a:latin typeface="Times New Roman" panose="02020603050405020304" pitchFamily="18" charset="0"/>
                    <a:cs typeface="Times New Roman" panose="02020603050405020304" pitchFamily="18" charset="0"/>
                  </a:rPr>
                  <a:t> − </a:t>
                </a:r>
                <a14:m>
                  <m:oMath xmlns:m="http://schemas.openxmlformats.org/officeDocument/2006/math">
                    <m:sSub>
                      <m:sSubPr>
                        <m:ctrlPr>
                          <a:rPr lang="en-US" sz="2000" b="1" i="1" spc="0">
                            <a:solidFill>
                              <a:prstClr val="black"/>
                            </a:solidFill>
                            <a:latin typeface="Cambria Math" panose="02040503050406030204" pitchFamily="18" charset="0"/>
                            <a:cs typeface="Times New Roman" panose="02020603050405020304" pitchFamily="18" charset="0"/>
                          </a:rPr>
                        </m:ctrlPr>
                      </m:sSubPr>
                      <m:e>
                        <m:r>
                          <m:rPr>
                            <m:nor/>
                          </m:rPr>
                          <a:rPr lang="en-US" sz="2000" dirty="0">
                            <a:solidFill>
                              <a:schemeClr val="tx1"/>
                            </a:solidFill>
                            <a:latin typeface="Times New Roman" panose="02020603050405020304" pitchFamily="18" charset="0"/>
                            <a:cs typeface="Times New Roman" panose="02020603050405020304" pitchFamily="18" charset="0"/>
                          </a:rPr>
                          <m:t>τ</m:t>
                        </m:r>
                      </m:e>
                      <m:sub>
                        <m:r>
                          <a:rPr lang="en-IN" sz="2000" b="1" i="1" spc="0" smtClean="0">
                            <a:solidFill>
                              <a:prstClr val="black"/>
                            </a:solidFill>
                            <a:latin typeface="Cambria Math" panose="02040503050406030204" pitchFamily="18" charset="0"/>
                            <a:cs typeface="Times New Roman" panose="02020603050405020304" pitchFamily="18" charset="0"/>
                          </a:rPr>
                          <m:t>𝒊</m:t>
                        </m:r>
                      </m:sub>
                    </m:sSub>
                    <m:r>
                      <a:rPr lang="en-IN" sz="2000" b="1" i="1" dirty="0">
                        <a:solidFill>
                          <a:schemeClr val="tx1"/>
                        </a:solidFill>
                        <a:latin typeface="Cambria Math" panose="02040503050406030204" pitchFamily="18" charset="0"/>
                        <a:cs typeface="Times New Roman" panose="02020603050405020304" pitchFamily="18" charset="0"/>
                      </a:rPr>
                      <m:t> </m:t>
                    </m:r>
                  </m:oMath>
                </a14:m>
                <a:r>
                  <a:rPr lang="en-US" sz="2000" dirty="0">
                    <a:solidFill>
                      <a:schemeClr val="tx1"/>
                    </a:solidFill>
                    <a:latin typeface="Times New Roman" panose="02020603050405020304" pitchFamily="18" charset="0"/>
                    <a:cs typeface="Times New Roman" panose="02020603050405020304" pitchFamily="18" charset="0"/>
                  </a:rPr>
                  <a:t>) + </a:t>
                </a:r>
                <a14:m>
                  <m:oMath xmlns:m="http://schemas.openxmlformats.org/officeDocument/2006/math">
                    <m:sSub>
                      <m:sSubPr>
                        <m:ctrlPr>
                          <a:rPr lang="en-US" sz="2000" b="1" i="1" spc="0">
                            <a:solidFill>
                              <a:prstClr val="black"/>
                            </a:solidFill>
                            <a:latin typeface="Cambria Math" panose="02040503050406030204" pitchFamily="18" charset="0"/>
                            <a:cs typeface="Times New Roman" panose="02020603050405020304" pitchFamily="18" charset="0"/>
                          </a:rPr>
                        </m:ctrlPr>
                      </m:sSubPr>
                      <m:e>
                        <m:r>
                          <m:rPr>
                            <m:nor/>
                          </m:rPr>
                          <a:rPr lang="en-IN" sz="2000" b="1" spc="0">
                            <a:solidFill>
                              <a:prstClr val="black"/>
                            </a:solidFill>
                            <a:latin typeface="Cambria Math" panose="02040503050406030204" pitchFamily="18" charset="0"/>
                            <a:cs typeface="Times New Roman" panose="02020603050405020304" pitchFamily="18" charset="0"/>
                          </a:rPr>
                          <m:t>t</m:t>
                        </m:r>
                      </m:e>
                      <m:sub>
                        <m:r>
                          <a:rPr lang="en-IN" sz="2000" b="1" i="1" dirty="0">
                            <a:solidFill>
                              <a:schemeClr val="tx1"/>
                            </a:solidFill>
                            <a:latin typeface="Cambria Math" panose="02040503050406030204" pitchFamily="18" charset="0"/>
                            <a:cs typeface="Times New Roman" panose="02020603050405020304" pitchFamily="18" charset="0"/>
                          </a:rPr>
                          <m:t>𝟎</m:t>
                        </m:r>
                      </m:sub>
                    </m:sSub>
                  </m:oMath>
                </a14:m>
                <a:r>
                  <a:rPr lang="en-US" sz="2000" dirty="0">
                    <a:solidFill>
                      <a:schemeClr val="tx1"/>
                    </a:solidFill>
                    <a:latin typeface="Times New Roman" panose="02020603050405020304" pitchFamily="18" charset="0"/>
                    <a:cs typeface="Times New Roman" panose="02020603050405020304" pitchFamily="18" charset="0"/>
                  </a:rPr>
                  <a:t> , where </a:t>
                </a:r>
                <a14:m>
                  <m:oMath xmlns:m="http://schemas.openxmlformats.org/officeDocument/2006/math">
                    <m:sSub>
                      <m:sSubPr>
                        <m:ctrlPr>
                          <a:rPr lang="en-US" sz="2000" b="1" i="1" spc="0" smtClean="0">
                            <a:solidFill>
                              <a:schemeClr val="accent1"/>
                            </a:solidFill>
                            <a:latin typeface="Cambria Math" panose="02040503050406030204" pitchFamily="18" charset="0"/>
                            <a:cs typeface="Times New Roman" panose="02020603050405020304" pitchFamily="18" charset="0"/>
                          </a:rPr>
                        </m:ctrlPr>
                      </m:sSubPr>
                      <m:e>
                        <m:r>
                          <m:rPr>
                            <m:nor/>
                          </m:rPr>
                          <a:rPr lang="en-US" sz="2000" b="1" dirty="0">
                            <a:solidFill>
                              <a:schemeClr val="accent1"/>
                            </a:solidFill>
                            <a:latin typeface="Times New Roman" panose="02020603050405020304" pitchFamily="18" charset="0"/>
                            <a:cs typeface="Times New Roman" panose="02020603050405020304" pitchFamily="18" charset="0"/>
                          </a:rPr>
                          <m:t>τ</m:t>
                        </m:r>
                      </m:e>
                      <m:sub>
                        <m:r>
                          <a:rPr lang="en-IN" sz="2000" b="1" i="1" spc="0">
                            <a:solidFill>
                              <a:schemeClr val="accent1"/>
                            </a:solidFill>
                            <a:latin typeface="Cambria Math" panose="02040503050406030204" pitchFamily="18" charset="0"/>
                            <a:cs typeface="Times New Roman" panose="02020603050405020304" pitchFamily="18" charset="0"/>
                          </a:rPr>
                          <m:t>𝒊</m:t>
                        </m:r>
                      </m:sub>
                    </m:sSub>
                  </m:oMath>
                </a14:m>
                <a:r>
                  <a:rPr lang="en-US" sz="2000" dirty="0">
                    <a:solidFill>
                      <a:schemeClr val="accent1"/>
                    </a:solidFill>
                    <a:latin typeface="Times New Roman" panose="02020603050405020304" pitchFamily="18" charset="0"/>
                    <a:cs typeface="Times New Roman" panose="02020603050405020304" pitchFamily="18" charset="0"/>
                  </a:rPr>
                  <a:t> </a:t>
                </a:r>
                <a:r>
                  <a:rPr lang="en-US" sz="2000" dirty="0">
                    <a:solidFill>
                      <a:schemeClr val="tx1"/>
                    </a:solidFill>
                    <a:latin typeface="Times New Roman" panose="02020603050405020304" pitchFamily="18" charset="0"/>
                    <a:cs typeface="Times New Roman" panose="02020603050405020304" pitchFamily="18" charset="0"/>
                  </a:rPr>
                  <a:t>is called the </a:t>
                </a:r>
                <a:r>
                  <a:rPr lang="en-US" sz="2000" b="1" dirty="0">
                    <a:solidFill>
                      <a:schemeClr val="tx1"/>
                    </a:solidFill>
                    <a:latin typeface="Times New Roman" panose="02020603050405020304" pitchFamily="18" charset="0"/>
                    <a:cs typeface="Times New Roman" panose="02020603050405020304" pitchFamily="18" charset="0"/>
                  </a:rPr>
                  <a:t>time-shift</a:t>
                </a:r>
                <a:r>
                  <a:rPr lang="en-US" sz="2000" dirty="0">
                    <a:solidFill>
                      <a:schemeClr val="tx1"/>
                    </a:solidFill>
                    <a:latin typeface="Times New Roman" panose="02020603050405020304" pitchFamily="18" charset="0"/>
                    <a:cs typeface="Times New Roman" panose="02020603050405020304" pitchFamily="18" charset="0"/>
                  </a:rPr>
                  <a:t> and models an early or late onset.</a:t>
                </a:r>
              </a:p>
              <a:p>
                <a:endParaRPr lang="en-US" sz="2000" dirty="0">
                  <a:solidFill>
                    <a:schemeClr val="tx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14:m>
                  <m:oMath xmlns:m="http://schemas.openxmlformats.org/officeDocument/2006/math">
                    <m:sSub>
                      <m:sSubPr>
                        <m:ctrlPr>
                          <a:rPr lang="en-US" sz="2000" b="1" i="1" spc="0" smtClean="0">
                            <a:solidFill>
                              <a:prstClr val="black"/>
                            </a:solidFill>
                            <a:latin typeface="Cambria Math" panose="02040503050406030204" pitchFamily="18" charset="0"/>
                            <a:cs typeface="Times New Roman" panose="02020603050405020304" pitchFamily="18" charset="0"/>
                          </a:rPr>
                        </m:ctrlPr>
                      </m:sSubPr>
                      <m:e>
                        <m:r>
                          <m:rPr>
                            <m:nor/>
                          </m:rPr>
                          <a:rPr lang="en-US" sz="2000" dirty="0">
                            <a:solidFill>
                              <a:schemeClr val="tx1"/>
                            </a:solidFill>
                            <a:latin typeface="Times New Roman" panose="02020603050405020304" pitchFamily="18" charset="0"/>
                            <a:cs typeface="Times New Roman" panose="02020603050405020304" pitchFamily="18" charset="0"/>
                          </a:rPr>
                          <m:t>α</m:t>
                        </m:r>
                      </m:e>
                      <m:sub>
                        <m:r>
                          <a:rPr lang="en-IN" sz="2000" b="1" i="1" spc="0" smtClean="0">
                            <a:solidFill>
                              <a:prstClr val="black"/>
                            </a:solidFill>
                            <a:latin typeface="Cambria Math" panose="02040503050406030204" pitchFamily="18" charset="0"/>
                            <a:cs typeface="Times New Roman" panose="02020603050405020304" pitchFamily="18" charset="0"/>
                          </a:rPr>
                          <m:t>𝒊</m:t>
                        </m:r>
                      </m:sub>
                    </m:sSub>
                    <m:r>
                      <a:rPr lang="en-IN" sz="2000" b="1" i="1" dirty="0">
                        <a:solidFill>
                          <a:schemeClr val="tx1"/>
                        </a:solidFill>
                        <a:latin typeface="Cambria Math" panose="02040503050406030204" pitchFamily="18" charset="0"/>
                        <a:cs typeface="Times New Roman" panose="02020603050405020304" pitchFamily="18" charset="0"/>
                      </a:rPr>
                      <m:t> </m:t>
                    </m:r>
                  </m:oMath>
                </a14:m>
                <a:r>
                  <a:rPr lang="en-US" sz="20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p>
                      <m:sSupPr>
                        <m:ctrlPr>
                          <a:rPr lang="en-US" sz="2000" b="1" i="1" smtClean="0">
                            <a:solidFill>
                              <a:schemeClr val="accent1"/>
                            </a:solidFill>
                            <a:latin typeface="Cambria Math" panose="02040503050406030204" pitchFamily="18" charset="0"/>
                            <a:cs typeface="Times New Roman" panose="02020603050405020304" pitchFamily="18" charset="0"/>
                          </a:rPr>
                        </m:ctrlPr>
                      </m:sSupPr>
                      <m:e>
                        <m:r>
                          <a:rPr lang="en-IN" sz="2000" b="1" i="1" smtClean="0">
                            <a:solidFill>
                              <a:schemeClr val="accent1"/>
                            </a:solidFill>
                            <a:latin typeface="Cambria Math" panose="02040503050406030204" pitchFamily="18" charset="0"/>
                            <a:cs typeface="Times New Roman" panose="02020603050405020304" pitchFamily="18" charset="0"/>
                          </a:rPr>
                          <m:t>𝒆</m:t>
                        </m:r>
                      </m:e>
                      <m:sup>
                        <m:sSub>
                          <m:sSubPr>
                            <m:ctrlPr>
                              <a:rPr lang="en-US" sz="2000" b="1" i="1" smtClean="0">
                                <a:solidFill>
                                  <a:schemeClr val="accent1"/>
                                </a:solidFill>
                                <a:latin typeface="Cambria Math" panose="02040503050406030204" pitchFamily="18" charset="0"/>
                                <a:cs typeface="Times New Roman" panose="02020603050405020304" pitchFamily="18" charset="0"/>
                              </a:rPr>
                            </m:ctrlPr>
                          </m:sSubPr>
                          <m:e>
                            <m:r>
                              <m:rPr>
                                <m:nor/>
                              </m:rPr>
                              <a:rPr lang="en-US" sz="2000" b="1" dirty="0">
                                <a:solidFill>
                                  <a:schemeClr val="accent1"/>
                                </a:solidFill>
                                <a:latin typeface="Times New Roman" panose="02020603050405020304" pitchFamily="18" charset="0"/>
                                <a:cs typeface="Times New Roman" panose="02020603050405020304" pitchFamily="18" charset="0"/>
                              </a:rPr>
                              <m:t>ξ</m:t>
                            </m:r>
                          </m:e>
                          <m:sub>
                            <m:r>
                              <a:rPr lang="en-IN" sz="2000" b="1" i="1" smtClean="0">
                                <a:solidFill>
                                  <a:schemeClr val="accent1"/>
                                </a:solidFill>
                                <a:latin typeface="Cambria Math" panose="02040503050406030204" pitchFamily="18" charset="0"/>
                                <a:cs typeface="Times New Roman" panose="02020603050405020304" pitchFamily="18" charset="0"/>
                              </a:rPr>
                              <m:t>𝒊</m:t>
                            </m:r>
                          </m:sub>
                        </m:sSub>
                      </m:sup>
                    </m:sSup>
                  </m:oMath>
                </a14:m>
                <a:r>
                  <a:rPr lang="en-US" sz="2000" dirty="0">
                    <a:solidFill>
                      <a:schemeClr val="tx1"/>
                    </a:solidFill>
                    <a:latin typeface="Times New Roman" panose="02020603050405020304" pitchFamily="18" charset="0"/>
                    <a:cs typeface="Times New Roman" panose="02020603050405020304" pitchFamily="18" charset="0"/>
                  </a:rPr>
                  <a:t> is called the acceleration factor.</a:t>
                </a:r>
              </a:p>
              <a:p>
                <a:endParaRPr lang="en-US"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For better interpretability the model reduces the dimension of the parameters to estimate with an independent component analysis</a:t>
                </a:r>
              </a:p>
              <a:p>
                <a:r>
                  <a:rPr lang="en-US" sz="2000" dirty="0">
                    <a:solidFill>
                      <a:schemeClr val="tx1"/>
                    </a:solidFill>
                    <a:latin typeface="Times New Roman" panose="02020603050405020304" pitchFamily="18" charset="0"/>
                    <a:cs typeface="Times New Roman" panose="02020603050405020304" pitchFamily="18" charset="0"/>
                  </a:rPr>
                  <a:t>(ICA).</a:t>
                </a:r>
              </a:p>
              <a:p>
                <a:endParaRPr lang="en-IN" sz="2800" u="sng" dirty="0">
                  <a:latin typeface="Times New Roman" panose="02020603050405020304" pitchFamily="18" charset="0"/>
                  <a:cs typeface="Times New Roman" panose="02020603050405020304" pitchFamily="18" charset="0"/>
                </a:endParaRPr>
              </a:p>
            </p:txBody>
          </p:sp>
        </mc:Choice>
        <mc:Fallback xmlns="">
          <p:sp>
            <p:nvSpPr>
              <p:cNvPr id="2" name="Title 1">
                <a:extLst>
                  <a:ext uri="{FF2B5EF4-FFF2-40B4-BE49-F238E27FC236}">
                    <a16:creationId xmlns:a16="http://schemas.microsoft.com/office/drawing/2014/main" id="{F9D1CF67-9C8B-8EDE-65B9-C1EBC9F158BA}"/>
                  </a:ext>
                </a:extLst>
              </p:cNvPr>
              <p:cNvSpPr txBox="1">
                <a:spLocks noRot="1" noChangeAspect="1" noMove="1" noResize="1" noEditPoints="1" noAdjustHandles="1" noChangeArrowheads="1" noChangeShapeType="1" noTextEdit="1"/>
              </p:cNvSpPr>
              <p:nvPr/>
            </p:nvSpPr>
            <p:spPr>
              <a:xfrm>
                <a:off x="195151" y="170417"/>
                <a:ext cx="11681539" cy="6351251"/>
              </a:xfrm>
              <a:prstGeom prst="rect">
                <a:avLst/>
              </a:prstGeom>
              <a:blipFill>
                <a:blip r:embed="rId2"/>
                <a:stretch>
                  <a:fillRect l="-1044" t="-2015" r="-887" b="-960"/>
                </a:stretch>
              </a:blipFill>
            </p:spPr>
            <p:txBody>
              <a:bodyPr/>
              <a:lstStyle/>
              <a:p>
                <a:r>
                  <a:rPr lang="en-US">
                    <a:noFill/>
                  </a:rPr>
                  <a:t> </a:t>
                </a:r>
              </a:p>
            </p:txBody>
          </p:sp>
        </mc:Fallback>
      </mc:AlternateContent>
    </p:spTree>
    <p:extLst>
      <p:ext uri="{BB962C8B-B14F-4D97-AF65-F5344CB8AC3E}">
        <p14:creationId xmlns:p14="http://schemas.microsoft.com/office/powerpoint/2010/main" val="3467074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9FF7E0F0-61B6-430D-AC87-635BB3C4C1A7}"/>
              </a:ext>
            </a:extLst>
          </p:cNvPr>
          <p:cNvPicPr>
            <a:picLocks noGrp="1" noChangeAspect="1"/>
          </p:cNvPicPr>
          <p:nvPr>
            <p:ph idx="1"/>
          </p:nvPr>
        </p:nvPicPr>
        <p:blipFill>
          <a:blip r:embed="rId2"/>
          <a:stretch>
            <a:fillRect/>
          </a:stretch>
        </p:blipFill>
        <p:spPr>
          <a:xfrm>
            <a:off x="641131" y="241739"/>
            <a:ext cx="10909738" cy="6243144"/>
          </a:xfrm>
        </p:spPr>
      </p:pic>
    </p:spTree>
    <p:extLst>
      <p:ext uri="{BB962C8B-B14F-4D97-AF65-F5344CB8AC3E}">
        <p14:creationId xmlns:p14="http://schemas.microsoft.com/office/powerpoint/2010/main" val="446073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85B48-9F58-DD76-F714-7723D56D859F}"/>
              </a:ext>
            </a:extLst>
          </p:cNvPr>
          <p:cNvSpPr>
            <a:spLocks noGrp="1"/>
          </p:cNvSpPr>
          <p:nvPr>
            <p:ph type="title"/>
          </p:nvPr>
        </p:nvSpPr>
        <p:spPr>
          <a:xfrm>
            <a:off x="657606" y="73864"/>
            <a:ext cx="10772775" cy="1658198"/>
          </a:xfrm>
        </p:spPr>
        <p:txBody>
          <a:bodyPr>
            <a:normAutofit/>
          </a:bodyPr>
          <a:lstStyle/>
          <a:p>
            <a:r>
              <a:rPr lang="en-IN" sz="4400" u="sng" dirty="0">
                <a:latin typeface="Times New Roman" panose="02020603050405020304" pitchFamily="18" charset="0"/>
                <a:cs typeface="Times New Roman" panose="02020603050405020304" pitchFamily="18" charset="0"/>
              </a:rPr>
              <a:t>Independent Component Analysis</a:t>
            </a:r>
          </a:p>
        </p:txBody>
      </p:sp>
      <p:sp>
        <p:nvSpPr>
          <p:cNvPr id="3" name="Content Placeholder 2">
            <a:extLst>
              <a:ext uri="{FF2B5EF4-FFF2-40B4-BE49-F238E27FC236}">
                <a16:creationId xmlns:a16="http://schemas.microsoft.com/office/drawing/2014/main" id="{8C7A5AF2-2799-71FC-CF64-AE66E3EA907E}"/>
              </a:ext>
            </a:extLst>
          </p:cNvPr>
          <p:cNvSpPr>
            <a:spLocks noGrp="1"/>
          </p:cNvSpPr>
          <p:nvPr>
            <p:ph idx="1"/>
          </p:nvPr>
        </p:nvSpPr>
        <p:spPr>
          <a:xfrm>
            <a:off x="719137" y="1545907"/>
            <a:ext cx="10753725" cy="3766185"/>
          </a:xfrm>
        </p:spPr>
        <p:txBody>
          <a:bodyPr>
            <a:normAutofit/>
          </a:bodyPr>
          <a:lstStyle/>
          <a:p>
            <a:pPr>
              <a:buFont typeface="Wingdings" panose="05000000000000000000" pitchFamily="2" charset="2"/>
              <a:buChar char="§"/>
            </a:pPr>
            <a:r>
              <a:rPr lang="en-GB" altLang="en-US" sz="2000" dirty="0">
                <a:latin typeface="Times New Roman" panose="02020603050405020304" pitchFamily="18" charset="0"/>
                <a:cs typeface="Times New Roman" panose="02020603050405020304" pitchFamily="18" charset="0"/>
              </a:rPr>
              <a:t> Independent component analysis (ICA) is a method for finding underlying factors or components from multivariate (multi-dimensional) statistical data. </a:t>
            </a:r>
          </a:p>
          <a:p>
            <a:pPr>
              <a:buFont typeface="Wingdings" panose="05000000000000000000" pitchFamily="2" charset="2"/>
              <a:buChar char="§"/>
            </a:pPr>
            <a:r>
              <a:rPr lang="en-GB" altLang="en-US" sz="2000" dirty="0">
                <a:latin typeface="Times New Roman" panose="02020603050405020304" pitchFamily="18" charset="0"/>
                <a:cs typeface="Times New Roman" panose="02020603050405020304" pitchFamily="18" charset="0"/>
              </a:rPr>
              <a:t> What distinguishes ICA from other methods is that it looks for components that are both </a:t>
            </a:r>
            <a:r>
              <a:rPr lang="en-GB" altLang="en-US" sz="2000" i="1" dirty="0">
                <a:latin typeface="Times New Roman" panose="02020603050405020304" pitchFamily="18" charset="0"/>
                <a:cs typeface="Times New Roman" panose="02020603050405020304" pitchFamily="18" charset="0"/>
              </a:rPr>
              <a:t>statistically  independent</a:t>
            </a:r>
            <a:r>
              <a:rPr lang="en-GB" altLang="en-US" sz="2000" dirty="0">
                <a:latin typeface="Times New Roman" panose="02020603050405020304" pitchFamily="18" charset="0"/>
                <a:cs typeface="Times New Roman" panose="02020603050405020304" pitchFamily="18" charset="0"/>
              </a:rPr>
              <a:t>, and </a:t>
            </a:r>
            <a:r>
              <a:rPr lang="en-GB" altLang="en-US" sz="2000" i="1" dirty="0">
                <a:latin typeface="Times New Roman" panose="02020603050405020304" pitchFamily="18" charset="0"/>
                <a:cs typeface="Times New Roman" panose="02020603050405020304" pitchFamily="18" charset="0"/>
              </a:rPr>
              <a:t>non-gaussian.</a:t>
            </a:r>
          </a:p>
          <a:p>
            <a:pPr marL="0" indent="0">
              <a:buNone/>
            </a:pPr>
            <a:endParaRPr lang="en-IN" sz="1600" dirty="0"/>
          </a:p>
        </p:txBody>
      </p:sp>
      <p:pic>
        <p:nvPicPr>
          <p:cNvPr id="5" name="Picture 4">
            <a:extLst>
              <a:ext uri="{FF2B5EF4-FFF2-40B4-BE49-F238E27FC236}">
                <a16:creationId xmlns:a16="http://schemas.microsoft.com/office/drawing/2014/main" id="{BE2232DB-D772-A4FA-5CC4-6254052E580E}"/>
              </a:ext>
            </a:extLst>
          </p:cNvPr>
          <p:cNvPicPr>
            <a:picLocks noChangeAspect="1"/>
          </p:cNvPicPr>
          <p:nvPr/>
        </p:nvPicPr>
        <p:blipFill>
          <a:blip r:embed="rId2"/>
          <a:stretch>
            <a:fillRect/>
          </a:stretch>
        </p:blipFill>
        <p:spPr>
          <a:xfrm>
            <a:off x="3326882" y="3428999"/>
            <a:ext cx="5434222" cy="3076586"/>
          </a:xfrm>
          <a:prstGeom prst="rect">
            <a:avLst/>
          </a:prstGeom>
        </p:spPr>
      </p:pic>
      <p:sp>
        <p:nvSpPr>
          <p:cNvPr id="6" name="Rectangle 5">
            <a:extLst>
              <a:ext uri="{FF2B5EF4-FFF2-40B4-BE49-F238E27FC236}">
                <a16:creationId xmlns:a16="http://schemas.microsoft.com/office/drawing/2014/main" id="{7FC32338-EB69-B074-BDC3-49659868213A}"/>
              </a:ext>
            </a:extLst>
          </p:cNvPr>
          <p:cNvSpPr>
            <a:spLocks noChangeArrowheads="1"/>
          </p:cNvSpPr>
          <p:nvPr/>
        </p:nvSpPr>
        <p:spPr bwMode="auto">
          <a:xfrm>
            <a:off x="2209799" y="2743199"/>
            <a:ext cx="7772400" cy="685800"/>
          </a:xfrm>
          <a:prstGeom prst="rect">
            <a:avLst/>
          </a:prstGeom>
          <a:noFill/>
          <a:ln w="12700">
            <a:noFill/>
            <a:miter lim="800000"/>
            <a:headEnd/>
            <a:tailEnd/>
          </a:ln>
          <a:effectLst/>
        </p:spPr>
        <p:txBody>
          <a:bodyPr lIns="90488" tIns="44450" rIns="90488" bIns="44450" anchor="b"/>
          <a:lstStyle/>
          <a:p>
            <a:pPr algn="ctr" defTabSz="914400" fontAlgn="base">
              <a:spcBef>
                <a:spcPct val="0"/>
              </a:spcBef>
              <a:spcAft>
                <a:spcPct val="0"/>
              </a:spcAft>
              <a:defRPr/>
            </a:pPr>
            <a:r>
              <a:rPr lang="en-GB" sz="1600" b="1" dirty="0">
                <a:solidFill>
                  <a:schemeClr val="accent1">
                    <a:lumMod val="75000"/>
                  </a:schemeClr>
                </a:solidFill>
                <a:latin typeface="Times New Roman" pitchFamily="18" charset="0"/>
                <a:cs typeface="Times New Roman" pitchFamily="18" charset="0"/>
              </a:rPr>
              <a:t>Cocktail Party Problem</a:t>
            </a:r>
            <a:endParaRPr lang="en-GB" sz="3600" b="1" dirty="0">
              <a:solidFill>
                <a:schemeClr val="accent1">
                  <a:lumMod val="75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1215492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250BA4EB-70D3-7AF6-ADBC-BF865FA73778}"/>
              </a:ext>
            </a:extLst>
          </p:cNvPr>
          <p:cNvSpPr>
            <a:spLocks noGrp="1" noChangeArrowheads="1"/>
          </p:cNvSpPr>
          <p:nvPr>
            <p:ph type="title" sz="quarter"/>
          </p:nvPr>
        </p:nvSpPr>
        <p:spPr/>
        <p:txBody>
          <a:bodyPr/>
          <a:lstStyle/>
          <a:p>
            <a:pPr algn="l" eaLnBrk="1" hangingPunct="1">
              <a:defRPr/>
            </a:pPr>
            <a:r>
              <a:rPr lang="en-US" b="1" dirty="0">
                <a:solidFill>
                  <a:schemeClr val="accent1">
                    <a:lumMod val="75000"/>
                  </a:schemeClr>
                </a:solidFill>
                <a:latin typeface="Times New Roman" pitchFamily="18" charset="0"/>
                <a:cs typeface="Times New Roman" pitchFamily="18" charset="0"/>
              </a:rPr>
              <a:t>Motivation</a:t>
            </a:r>
          </a:p>
        </p:txBody>
      </p:sp>
      <p:pic>
        <p:nvPicPr>
          <p:cNvPr id="1028" name="Picture 17" descr="sign1">
            <a:extLst>
              <a:ext uri="{FF2B5EF4-FFF2-40B4-BE49-F238E27FC236}">
                <a16:creationId xmlns:a16="http://schemas.microsoft.com/office/drawing/2014/main" id="{3510F146-D628-27F0-D18B-029D756F2EBC}"/>
              </a:ext>
            </a:extLst>
          </p:cNvPr>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a:xfrm>
            <a:off x="2573338" y="1600200"/>
            <a:ext cx="3370262" cy="2185988"/>
          </a:xfrm>
          <a:noFill/>
        </p:spPr>
      </p:pic>
      <p:pic>
        <p:nvPicPr>
          <p:cNvPr id="1029" name="Picture 20" descr="sign2">
            <a:extLst>
              <a:ext uri="{FF2B5EF4-FFF2-40B4-BE49-F238E27FC236}">
                <a16:creationId xmlns:a16="http://schemas.microsoft.com/office/drawing/2014/main" id="{D3ADFADE-427F-257A-82C3-F4353466EAAF}"/>
              </a:ext>
            </a:extLst>
          </p:cNvPr>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6248400" y="1600200"/>
            <a:ext cx="3335338" cy="2185988"/>
          </a:xfrm>
          <a:noFill/>
        </p:spPr>
      </p:pic>
      <p:sp>
        <p:nvSpPr>
          <p:cNvPr id="1030" name="Text Box 8">
            <a:extLst>
              <a:ext uri="{FF2B5EF4-FFF2-40B4-BE49-F238E27FC236}">
                <a16:creationId xmlns:a16="http://schemas.microsoft.com/office/drawing/2014/main" id="{3B1CC1B3-5E13-0278-5433-122E4C9CD220}"/>
              </a:ext>
            </a:extLst>
          </p:cNvPr>
          <p:cNvSpPr txBox="1">
            <a:spLocks noChangeArrowheads="1"/>
          </p:cNvSpPr>
          <p:nvPr/>
        </p:nvSpPr>
        <p:spPr bwMode="auto">
          <a:xfrm>
            <a:off x="2743200" y="3962400"/>
            <a:ext cx="2590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defTabSz="914400" eaLnBrk="1" fontAlgn="base" hangingPunct="1">
              <a:spcBef>
                <a:spcPct val="50000"/>
              </a:spcBef>
              <a:spcAft>
                <a:spcPct val="0"/>
              </a:spcAft>
            </a:pPr>
            <a:r>
              <a:rPr lang="en-US" altLang="en-US" sz="1600" dirty="0">
                <a:solidFill>
                  <a:schemeClr val="accent1">
                    <a:lumMod val="75000"/>
                  </a:schemeClr>
                </a:solidFill>
                <a:latin typeface="Times New Roman" panose="02020603050405020304" pitchFamily="18" charset="0"/>
                <a:cs typeface="Times New Roman" panose="02020603050405020304" pitchFamily="18" charset="0"/>
              </a:rPr>
              <a:t>Two Independent Sources</a:t>
            </a:r>
          </a:p>
        </p:txBody>
      </p:sp>
      <p:sp>
        <p:nvSpPr>
          <p:cNvPr id="1031" name="Text Box 9">
            <a:extLst>
              <a:ext uri="{FF2B5EF4-FFF2-40B4-BE49-F238E27FC236}">
                <a16:creationId xmlns:a16="http://schemas.microsoft.com/office/drawing/2014/main" id="{0CC66AC3-870A-55E5-98C8-C1CA346A83CE}"/>
              </a:ext>
            </a:extLst>
          </p:cNvPr>
          <p:cNvSpPr txBox="1">
            <a:spLocks noChangeArrowheads="1"/>
          </p:cNvSpPr>
          <p:nvPr/>
        </p:nvSpPr>
        <p:spPr bwMode="auto">
          <a:xfrm>
            <a:off x="7086600" y="4038600"/>
            <a:ext cx="2438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defTabSz="914400" eaLnBrk="1" fontAlgn="base" hangingPunct="1">
              <a:spcBef>
                <a:spcPct val="50000"/>
              </a:spcBef>
              <a:spcAft>
                <a:spcPct val="0"/>
              </a:spcAft>
            </a:pPr>
            <a:r>
              <a:rPr lang="en-US" altLang="en-US" sz="1600" dirty="0">
                <a:solidFill>
                  <a:schemeClr val="accent1">
                    <a:lumMod val="75000"/>
                  </a:schemeClr>
                </a:solidFill>
                <a:latin typeface="Times New Roman" panose="02020603050405020304" pitchFamily="18" charset="0"/>
                <a:cs typeface="Times New Roman" panose="02020603050405020304" pitchFamily="18" charset="0"/>
              </a:rPr>
              <a:t>Mixture at two Mics</a:t>
            </a:r>
          </a:p>
        </p:txBody>
      </p:sp>
      <p:sp>
        <p:nvSpPr>
          <p:cNvPr id="1032" name="Text Box 12">
            <a:extLst>
              <a:ext uri="{FF2B5EF4-FFF2-40B4-BE49-F238E27FC236}">
                <a16:creationId xmlns:a16="http://schemas.microsoft.com/office/drawing/2014/main" id="{49860524-983C-2C38-8637-925A98BC850A}"/>
              </a:ext>
            </a:extLst>
          </p:cNvPr>
          <p:cNvSpPr txBox="1">
            <a:spLocks noChangeArrowheads="1"/>
          </p:cNvSpPr>
          <p:nvPr/>
        </p:nvSpPr>
        <p:spPr bwMode="auto">
          <a:xfrm>
            <a:off x="4495800" y="4495801"/>
            <a:ext cx="3048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defTabSz="914400" eaLnBrk="1" fontAlgn="base" hangingPunct="1">
              <a:spcBef>
                <a:spcPct val="50000"/>
              </a:spcBef>
              <a:spcAft>
                <a:spcPct val="0"/>
              </a:spcAft>
            </a:pPr>
            <a:endParaRPr lang="en-US" altLang="en-US">
              <a:solidFill>
                <a:srgbClr val="00CC99"/>
              </a:solidFill>
              <a:latin typeface="Times New Roman" panose="02020603050405020304" pitchFamily="18" charset="0"/>
              <a:cs typeface="Times New Roman" panose="02020603050405020304" pitchFamily="18" charset="0"/>
            </a:endParaRPr>
          </a:p>
        </p:txBody>
      </p:sp>
      <p:sp>
        <p:nvSpPr>
          <p:cNvPr id="1033" name="Text Box 15">
            <a:extLst>
              <a:ext uri="{FF2B5EF4-FFF2-40B4-BE49-F238E27FC236}">
                <a16:creationId xmlns:a16="http://schemas.microsoft.com/office/drawing/2014/main" id="{49D72902-8E04-4B7A-288C-AEDD9B49CAD5}"/>
              </a:ext>
            </a:extLst>
          </p:cNvPr>
          <p:cNvSpPr txBox="1">
            <a:spLocks noChangeArrowheads="1"/>
          </p:cNvSpPr>
          <p:nvPr/>
        </p:nvSpPr>
        <p:spPr bwMode="auto">
          <a:xfrm>
            <a:off x="2362200" y="5562601"/>
            <a:ext cx="7696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defTabSz="914400" eaLnBrk="1" fontAlgn="base" hangingPunct="1">
              <a:spcBef>
                <a:spcPct val="20000"/>
              </a:spcBef>
              <a:spcAft>
                <a:spcPct val="0"/>
              </a:spcAft>
              <a:buClr>
                <a:srgbClr val="009999"/>
              </a:buClr>
              <a:buSzPct val="110000"/>
            </a:pPr>
            <a:r>
              <a:rPr lang="de-DE" altLang="en-US" dirty="0">
                <a:solidFill>
                  <a:schemeClr val="accent1">
                    <a:lumMod val="75000"/>
                  </a:schemeClr>
                </a:solidFill>
                <a:latin typeface="Times New Roman" panose="02020603050405020304" pitchFamily="18" charset="0"/>
                <a:cs typeface="Times New Roman" panose="02020603050405020304" pitchFamily="18" charset="0"/>
              </a:rPr>
              <a:t>a</a:t>
            </a:r>
            <a:r>
              <a:rPr lang="de-DE" altLang="en-US" baseline="-25000" dirty="0">
                <a:solidFill>
                  <a:schemeClr val="accent1">
                    <a:lumMod val="75000"/>
                  </a:schemeClr>
                </a:solidFill>
                <a:latin typeface="Times New Roman" panose="02020603050405020304" pitchFamily="18" charset="0"/>
                <a:cs typeface="Times New Roman" panose="02020603050405020304" pitchFamily="18" charset="0"/>
              </a:rPr>
              <a:t>ij</a:t>
            </a:r>
            <a:r>
              <a:rPr lang="de-DE" altLang="en-US" dirty="0">
                <a:solidFill>
                  <a:schemeClr val="accent1">
                    <a:lumMod val="75000"/>
                  </a:schemeClr>
                </a:solidFill>
                <a:latin typeface="Times New Roman" panose="02020603050405020304" pitchFamily="18" charset="0"/>
                <a:cs typeface="Times New Roman" panose="02020603050405020304" pitchFamily="18" charset="0"/>
              </a:rPr>
              <a:t> ... Depend on the distances of the microphones from the speakers</a:t>
            </a:r>
            <a:endParaRPr lang="en-US" altLang="en-US" dirty="0">
              <a:solidFill>
                <a:schemeClr val="accent1">
                  <a:lumMod val="75000"/>
                </a:schemeClr>
              </a:solidFill>
              <a:latin typeface="Times New Roman" panose="02020603050405020304" pitchFamily="18" charset="0"/>
              <a:cs typeface="Times New Roman" panose="02020603050405020304" pitchFamily="18" charset="0"/>
            </a:endParaRPr>
          </a:p>
        </p:txBody>
      </p:sp>
      <p:graphicFrame>
        <p:nvGraphicFramePr>
          <p:cNvPr id="1026" name="Object 1024">
            <a:extLst>
              <a:ext uri="{FF2B5EF4-FFF2-40B4-BE49-F238E27FC236}">
                <a16:creationId xmlns:a16="http://schemas.microsoft.com/office/drawing/2014/main" id="{25291CFE-67CD-54DD-0481-D50197CBFC43}"/>
              </a:ext>
            </a:extLst>
          </p:cNvPr>
          <p:cNvGraphicFramePr>
            <a:graphicFrameLocks noGrp="1" noChangeAspect="1"/>
          </p:cNvGraphicFramePr>
          <p:nvPr>
            <p:ph sz="quarter" idx="4"/>
          </p:nvPr>
        </p:nvGraphicFramePr>
        <p:xfrm>
          <a:off x="4572000" y="4419600"/>
          <a:ext cx="2971800" cy="1138238"/>
        </p:xfrm>
        <a:graphic>
          <a:graphicData uri="http://schemas.openxmlformats.org/presentationml/2006/ole">
            <mc:AlternateContent xmlns:mc="http://schemas.openxmlformats.org/markup-compatibility/2006">
              <mc:Choice xmlns:v="urn:schemas-microsoft-com:vml" Requires="v">
                <p:oleObj name="Equation" r:id="rId5" imgW="1193760" imgH="457200" progId="Equation.3">
                  <p:embed/>
                </p:oleObj>
              </mc:Choice>
              <mc:Fallback>
                <p:oleObj name="Equation" r:id="rId5" imgW="1193760" imgH="457200" progId="Equation.3">
                  <p:embed/>
                  <p:pic>
                    <p:nvPicPr>
                      <p:cNvPr id="1026" name="Object 1024">
                        <a:extLst>
                          <a:ext uri="{FF2B5EF4-FFF2-40B4-BE49-F238E27FC236}">
                            <a16:creationId xmlns:a16="http://schemas.microsoft.com/office/drawing/2014/main" id="{25291CFE-67CD-54DD-0481-D50197CBFC4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0" y="4419600"/>
                        <a:ext cx="2971800" cy="1138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Text Box 21">
            <a:extLst>
              <a:ext uri="{FF2B5EF4-FFF2-40B4-BE49-F238E27FC236}">
                <a16:creationId xmlns:a16="http://schemas.microsoft.com/office/drawing/2014/main" id="{C65A12AC-7FA8-1E68-316A-CF39C1FC8DCA}"/>
              </a:ext>
            </a:extLst>
          </p:cNvPr>
          <p:cNvSpPr txBox="1">
            <a:spLocks noChangeArrowheads="1"/>
          </p:cNvSpPr>
          <p:nvPr/>
        </p:nvSpPr>
        <p:spPr bwMode="auto">
          <a:xfrm>
            <a:off x="5248275" y="5929314"/>
            <a:ext cx="1000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defTabSz="914400" fontAlgn="base">
              <a:spcBef>
                <a:spcPct val="0"/>
              </a:spcBef>
              <a:spcAft>
                <a:spcPct val="0"/>
              </a:spcAft>
            </a:pPr>
            <a:r>
              <a:rPr lang="en-GB" altLang="en-US" sz="2400" b="1" dirty="0">
                <a:solidFill>
                  <a:srgbClr val="000000"/>
                </a:solidFill>
                <a:latin typeface="Times New Roman" panose="02020603050405020304" pitchFamily="18" charset="0"/>
                <a:cs typeface="Times New Roman" panose="02020603050405020304" pitchFamily="18" charset="0"/>
              </a:rPr>
              <a:t>x</a:t>
            </a:r>
            <a:r>
              <a:rPr lang="en-GB" altLang="en-US" sz="2400" dirty="0">
                <a:solidFill>
                  <a:srgbClr val="000000"/>
                </a:solidFill>
                <a:latin typeface="Times New Roman" panose="02020603050405020304" pitchFamily="18" charset="0"/>
                <a:cs typeface="Times New Roman" panose="02020603050405020304" pitchFamily="18" charset="0"/>
              </a:rPr>
              <a:t> = </a:t>
            </a:r>
            <a:r>
              <a:rPr lang="en-GB" altLang="en-US" sz="2400" b="1" dirty="0">
                <a:solidFill>
                  <a:srgbClr val="000000"/>
                </a:solidFill>
                <a:latin typeface="Times New Roman" panose="02020603050405020304" pitchFamily="18" charset="0"/>
                <a:cs typeface="Times New Roman" panose="02020603050405020304" pitchFamily="18" charset="0"/>
              </a:rPr>
              <a:t>As</a:t>
            </a:r>
            <a:endParaRPr lang="en-GB" altLang="en-US" sz="24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D6CE1327-667E-BFA0-38B3-DBF4F8C324AC}"/>
              </a:ext>
            </a:extLst>
          </p:cNvPr>
          <p:cNvSpPr>
            <a:spLocks noGrp="1" noChangeArrowheads="1"/>
          </p:cNvSpPr>
          <p:nvPr>
            <p:ph type="title"/>
          </p:nvPr>
        </p:nvSpPr>
        <p:spPr/>
        <p:txBody>
          <a:bodyPr/>
          <a:lstStyle/>
          <a:p>
            <a:pPr algn="l" eaLnBrk="1" hangingPunct="1">
              <a:defRPr/>
            </a:pPr>
            <a:r>
              <a:rPr lang="en-US" b="1" dirty="0">
                <a:solidFill>
                  <a:schemeClr val="accent1">
                    <a:lumMod val="75000"/>
                  </a:schemeClr>
                </a:solidFill>
                <a:latin typeface="Times New Roman" pitchFamily="18" charset="0"/>
                <a:cs typeface="Times New Roman" pitchFamily="18" charset="0"/>
              </a:rPr>
              <a:t>Motivation</a:t>
            </a:r>
          </a:p>
        </p:txBody>
      </p:sp>
      <p:pic>
        <p:nvPicPr>
          <p:cNvPr id="12292" name="Picture 4" descr="sign5">
            <a:extLst>
              <a:ext uri="{FF2B5EF4-FFF2-40B4-BE49-F238E27FC236}">
                <a16:creationId xmlns:a16="http://schemas.microsoft.com/office/drawing/2014/main" id="{8858A4E5-5F83-7683-9819-F5D50400F9EC}"/>
              </a:ext>
            </a:extLst>
          </p:cNvPr>
          <p:cNvPicPr>
            <a:picLocks noGrp="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3271839" y="1638301"/>
            <a:ext cx="5648325" cy="4448175"/>
          </a:xfrm>
        </p:spPr>
      </p:pic>
      <p:sp>
        <p:nvSpPr>
          <p:cNvPr id="16388" name="Text Box 6">
            <a:extLst>
              <a:ext uri="{FF2B5EF4-FFF2-40B4-BE49-F238E27FC236}">
                <a16:creationId xmlns:a16="http://schemas.microsoft.com/office/drawing/2014/main" id="{33E7C090-D9EA-E3F1-2882-AB5E3EFCEFED}"/>
              </a:ext>
            </a:extLst>
          </p:cNvPr>
          <p:cNvSpPr txBox="1">
            <a:spLocks noChangeArrowheads="1"/>
          </p:cNvSpPr>
          <p:nvPr/>
        </p:nvSpPr>
        <p:spPr bwMode="auto">
          <a:xfrm>
            <a:off x="2590800" y="6324601"/>
            <a:ext cx="7086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ctr" defTabSz="914400" eaLnBrk="1" fontAlgn="base" hangingPunct="1">
              <a:spcBef>
                <a:spcPct val="50000"/>
              </a:spcBef>
              <a:spcAft>
                <a:spcPct val="0"/>
              </a:spcAft>
            </a:pPr>
            <a:r>
              <a:rPr lang="en-US" altLang="en-US" dirty="0">
                <a:solidFill>
                  <a:schemeClr val="accent1">
                    <a:lumMod val="75000"/>
                  </a:schemeClr>
                </a:solidFill>
                <a:latin typeface="Times New Roman" panose="02020603050405020304" pitchFamily="18" charset="0"/>
                <a:cs typeface="Times New Roman" panose="02020603050405020304" pitchFamily="18" charset="0"/>
              </a:rPr>
              <a:t>Get the Independent Signals out of the Mixture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499"/>
                                          </p:stCondLst>
                                        </p:cTn>
                                        <p:tgtEl>
                                          <p:spTgt spid="122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7FDE1F7-0FBB-C16B-A9D7-12FE1409161F}"/>
                  </a:ext>
                </a:extLst>
              </p:cNvPr>
              <p:cNvSpPr>
                <a:spLocks noGrp="1"/>
              </p:cNvSpPr>
              <p:nvPr>
                <p:ph idx="1"/>
              </p:nvPr>
            </p:nvSpPr>
            <p:spPr>
              <a:xfrm>
                <a:off x="865842" y="2794701"/>
                <a:ext cx="10800640" cy="3931920"/>
              </a:xfrm>
            </p:spPr>
            <p:txBody>
              <a:bodyPr>
                <a:noAutofit/>
              </a:bodyPr>
              <a:lstStyle/>
              <a:p>
                <a:pPr eaLnBrk="1" hangingPunct="1">
                  <a:buFont typeface="Wingdings" panose="05000000000000000000" pitchFamily="2" charset="2"/>
                  <a:buChar char="§"/>
                </a:pPr>
                <a:r>
                  <a:rPr lang="de-DE" altLang="en-US" sz="1600" dirty="0">
                    <a:latin typeface="Times New Roman" panose="02020603050405020304" pitchFamily="18" charset="0"/>
                    <a:cs typeface="Times New Roman" panose="02020603050405020304" pitchFamily="18" charset="0"/>
                  </a:rPr>
                  <a:t>x</a:t>
                </a:r>
                <a:r>
                  <a:rPr lang="de-DE" altLang="en-US" sz="1600" baseline="-25000" dirty="0">
                    <a:latin typeface="Times New Roman" panose="02020603050405020304" pitchFamily="18" charset="0"/>
                    <a:cs typeface="Times New Roman" panose="02020603050405020304" pitchFamily="18" charset="0"/>
                  </a:rPr>
                  <a:t>j</a:t>
                </a:r>
                <a:r>
                  <a:rPr lang="de-DE" altLang="en-US" sz="1600" dirty="0">
                    <a:latin typeface="Times New Roman" panose="02020603050405020304" pitchFamily="18" charset="0"/>
                    <a:cs typeface="Times New Roman" panose="02020603050405020304" pitchFamily="18" charset="0"/>
                  </a:rPr>
                  <a:t> = a</a:t>
                </a:r>
                <a:r>
                  <a:rPr lang="de-DE" altLang="en-US" sz="1600" baseline="-25000" dirty="0">
                    <a:latin typeface="Times New Roman" panose="02020603050405020304" pitchFamily="18" charset="0"/>
                    <a:cs typeface="Times New Roman" panose="02020603050405020304" pitchFamily="18" charset="0"/>
                  </a:rPr>
                  <a:t>j1</a:t>
                </a:r>
                <a:r>
                  <a:rPr lang="de-DE" altLang="en-US" sz="1600" dirty="0">
                    <a:latin typeface="Times New Roman" panose="02020603050405020304" pitchFamily="18" charset="0"/>
                    <a:cs typeface="Times New Roman" panose="02020603050405020304" pitchFamily="18" charset="0"/>
                  </a:rPr>
                  <a:t>s</a:t>
                </a:r>
                <a:r>
                  <a:rPr lang="de-DE" altLang="en-US" sz="1600" baseline="-25000" dirty="0">
                    <a:latin typeface="Times New Roman" panose="02020603050405020304" pitchFamily="18" charset="0"/>
                    <a:cs typeface="Times New Roman" panose="02020603050405020304" pitchFamily="18" charset="0"/>
                  </a:rPr>
                  <a:t>1</a:t>
                </a:r>
                <a:r>
                  <a:rPr lang="de-DE" altLang="en-US" sz="1600" dirty="0">
                    <a:latin typeface="Times New Roman" panose="02020603050405020304" pitchFamily="18" charset="0"/>
                    <a:cs typeface="Times New Roman" panose="02020603050405020304" pitchFamily="18" charset="0"/>
                  </a:rPr>
                  <a:t> + a</a:t>
                </a:r>
                <a:r>
                  <a:rPr lang="de-DE" altLang="en-US" sz="1600" baseline="-25000" dirty="0">
                    <a:latin typeface="Times New Roman" panose="02020603050405020304" pitchFamily="18" charset="0"/>
                    <a:cs typeface="Times New Roman" panose="02020603050405020304" pitchFamily="18" charset="0"/>
                  </a:rPr>
                  <a:t>j2</a:t>
                </a:r>
                <a:r>
                  <a:rPr lang="de-DE" altLang="en-US" sz="1600" dirty="0">
                    <a:latin typeface="Times New Roman" panose="02020603050405020304" pitchFamily="18" charset="0"/>
                    <a:cs typeface="Times New Roman" panose="02020603050405020304" pitchFamily="18" charset="0"/>
                  </a:rPr>
                  <a:t>s</a:t>
                </a:r>
                <a:r>
                  <a:rPr lang="de-DE" altLang="en-US" sz="1600" baseline="-25000" dirty="0">
                    <a:latin typeface="Times New Roman" panose="02020603050405020304" pitchFamily="18" charset="0"/>
                    <a:cs typeface="Times New Roman" panose="02020603050405020304" pitchFamily="18" charset="0"/>
                  </a:rPr>
                  <a:t>2</a:t>
                </a:r>
                <a:r>
                  <a:rPr lang="de-DE" altLang="en-US" sz="1600" dirty="0">
                    <a:latin typeface="Times New Roman" panose="02020603050405020304" pitchFamily="18" charset="0"/>
                    <a:cs typeface="Times New Roman" panose="02020603050405020304" pitchFamily="18" charset="0"/>
                  </a:rPr>
                  <a:t> + .. + a</a:t>
                </a:r>
                <a:r>
                  <a:rPr lang="de-DE" altLang="en-US" sz="1600" baseline="-25000" dirty="0">
                    <a:latin typeface="Times New Roman" panose="02020603050405020304" pitchFamily="18" charset="0"/>
                    <a:cs typeface="Times New Roman" panose="02020603050405020304" pitchFamily="18" charset="0"/>
                  </a:rPr>
                  <a:t>jn</a:t>
                </a:r>
                <a:r>
                  <a:rPr lang="de-DE" altLang="en-US" sz="1600" dirty="0">
                    <a:latin typeface="Times New Roman" panose="02020603050405020304" pitchFamily="18" charset="0"/>
                    <a:cs typeface="Times New Roman" panose="02020603050405020304" pitchFamily="18" charset="0"/>
                  </a:rPr>
                  <a:t>s</a:t>
                </a:r>
                <a:r>
                  <a:rPr lang="de-DE" altLang="en-US" sz="1600" baseline="-25000" dirty="0">
                    <a:latin typeface="Times New Roman" panose="02020603050405020304" pitchFamily="18" charset="0"/>
                    <a:cs typeface="Times New Roman" panose="02020603050405020304" pitchFamily="18" charset="0"/>
                  </a:rPr>
                  <a:t>n</a:t>
                </a:r>
                <a:r>
                  <a:rPr lang="de-DE" altLang="en-US" sz="1600" dirty="0">
                    <a:latin typeface="Times New Roman" panose="02020603050405020304" pitchFamily="18" charset="0"/>
                    <a:cs typeface="Times New Roman" panose="02020603050405020304" pitchFamily="18" charset="0"/>
                  </a:rPr>
                  <a:t>, for all j</a:t>
                </a:r>
              </a:p>
              <a:p>
                <a:pPr marL="0" indent="0" algn="ctr">
                  <a:buNone/>
                </a:pPr>
                <a:r>
                  <a:rPr lang="de-DE" altLang="en-US" sz="1600" b="1" dirty="0">
                    <a:latin typeface="Times New Roman" panose="02020603050405020304" pitchFamily="18" charset="0"/>
                    <a:cs typeface="Times New Roman" panose="02020603050405020304" pitchFamily="18" charset="0"/>
                  </a:rPr>
                  <a:t>x</a:t>
                </a:r>
                <a:r>
                  <a:rPr lang="de-DE" altLang="en-US" sz="1600" dirty="0">
                    <a:latin typeface="Times New Roman" panose="02020603050405020304" pitchFamily="18" charset="0"/>
                    <a:cs typeface="Times New Roman" panose="02020603050405020304" pitchFamily="18" charset="0"/>
                  </a:rPr>
                  <a:t> = </a:t>
                </a:r>
                <a:r>
                  <a:rPr lang="de-DE" altLang="en-US" sz="1600" b="1" dirty="0">
                    <a:latin typeface="Times New Roman" panose="02020603050405020304" pitchFamily="18" charset="0"/>
                    <a:cs typeface="Times New Roman" panose="02020603050405020304" pitchFamily="18" charset="0"/>
                  </a:rPr>
                  <a:t>As</a:t>
                </a:r>
              </a:p>
              <a:p>
                <a:pPr eaLnBrk="1" hangingPunct="1">
                  <a:buFont typeface="Wingdings" panose="05000000000000000000" pitchFamily="2" charset="2"/>
                  <a:buChar char="§"/>
                </a:pPr>
                <a:r>
                  <a:rPr lang="de-DE" altLang="en-US" sz="1600" dirty="0">
                    <a:latin typeface="Times New Roman" panose="02020603050405020304" pitchFamily="18" charset="0"/>
                    <a:cs typeface="Times New Roman" panose="02020603050405020304" pitchFamily="18" charset="0"/>
                  </a:rPr>
                  <a:t>IC‘s </a:t>
                </a:r>
                <a:r>
                  <a:rPr lang="de-DE" altLang="en-US" sz="1600" b="1" dirty="0">
                    <a:latin typeface="Times New Roman" panose="02020603050405020304" pitchFamily="18" charset="0"/>
                    <a:cs typeface="Times New Roman" panose="02020603050405020304" pitchFamily="18" charset="0"/>
                  </a:rPr>
                  <a:t>s</a:t>
                </a:r>
                <a:r>
                  <a:rPr lang="de-DE" altLang="en-US" sz="1600" dirty="0">
                    <a:latin typeface="Times New Roman" panose="02020603050405020304" pitchFamily="18" charset="0"/>
                    <a:cs typeface="Times New Roman" panose="02020603050405020304" pitchFamily="18" charset="0"/>
                  </a:rPr>
                  <a:t> are latent variables &amp; are unknown </a:t>
                </a:r>
                <a:r>
                  <a:rPr lang="de-DE" altLang="en-US" sz="1600" u="sng" dirty="0">
                    <a:latin typeface="Times New Roman" panose="02020603050405020304" pitchFamily="18" charset="0"/>
                    <a:cs typeface="Times New Roman" panose="02020603050405020304" pitchFamily="18" charset="0"/>
                  </a:rPr>
                  <a:t>AND</a:t>
                </a:r>
                <a:r>
                  <a:rPr lang="de-DE" altLang="en-US" sz="1600" dirty="0">
                    <a:latin typeface="Times New Roman" panose="02020603050405020304" pitchFamily="18" charset="0"/>
                    <a:cs typeface="Times New Roman" panose="02020603050405020304" pitchFamily="18" charset="0"/>
                  </a:rPr>
                  <a:t> mixing matrix </a:t>
                </a:r>
                <a:r>
                  <a:rPr lang="de-DE" altLang="en-US" sz="1600" b="1" dirty="0">
                    <a:latin typeface="Times New Roman" panose="02020603050405020304" pitchFamily="18" charset="0"/>
                    <a:cs typeface="Times New Roman" panose="02020603050405020304" pitchFamily="18" charset="0"/>
                  </a:rPr>
                  <a:t>A</a:t>
                </a:r>
                <a:r>
                  <a:rPr lang="de-DE" altLang="en-US" sz="1600" dirty="0">
                    <a:latin typeface="Times New Roman" panose="02020603050405020304" pitchFamily="18" charset="0"/>
                    <a:cs typeface="Times New Roman" panose="02020603050405020304" pitchFamily="18" charset="0"/>
                  </a:rPr>
                  <a:t> is also unknown</a:t>
                </a:r>
                <a:endParaRPr lang="de-AT" altLang="en-US" sz="1600"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
                </a:pPr>
                <a:r>
                  <a:rPr lang="de-DE" altLang="en-US" sz="1600" dirty="0">
                    <a:latin typeface="Times New Roman" panose="02020603050405020304" pitchFamily="18" charset="0"/>
                    <a:cs typeface="Times New Roman" panose="02020603050405020304" pitchFamily="18" charset="0"/>
                  </a:rPr>
                  <a:t>Task: estimate </a:t>
                </a:r>
                <a:r>
                  <a:rPr lang="de-DE" altLang="en-US" sz="1600" b="1" dirty="0">
                    <a:latin typeface="Times New Roman" panose="02020603050405020304" pitchFamily="18" charset="0"/>
                    <a:cs typeface="Times New Roman" panose="02020603050405020304" pitchFamily="18" charset="0"/>
                  </a:rPr>
                  <a:t>A</a:t>
                </a:r>
                <a:r>
                  <a:rPr lang="de-DE" altLang="en-US" sz="1600" dirty="0">
                    <a:latin typeface="Times New Roman" panose="02020603050405020304" pitchFamily="18" charset="0"/>
                    <a:cs typeface="Times New Roman" panose="02020603050405020304" pitchFamily="18" charset="0"/>
                  </a:rPr>
                  <a:t> and </a:t>
                </a:r>
                <a:r>
                  <a:rPr lang="de-DE" altLang="en-US" sz="1600" b="1" dirty="0">
                    <a:latin typeface="Times New Roman" panose="02020603050405020304" pitchFamily="18" charset="0"/>
                    <a:cs typeface="Times New Roman" panose="02020603050405020304" pitchFamily="18" charset="0"/>
                  </a:rPr>
                  <a:t>s</a:t>
                </a:r>
                <a:r>
                  <a:rPr lang="de-DE" altLang="en-US" sz="1600" dirty="0">
                    <a:latin typeface="Times New Roman" panose="02020603050405020304" pitchFamily="18" charset="0"/>
                    <a:cs typeface="Times New Roman" panose="02020603050405020304" pitchFamily="18" charset="0"/>
                  </a:rPr>
                  <a:t> using only the observeable random vector </a:t>
                </a:r>
                <a:r>
                  <a:rPr lang="de-DE" altLang="en-US" sz="1600" b="1" dirty="0">
                    <a:latin typeface="Times New Roman" panose="02020603050405020304" pitchFamily="18" charset="0"/>
                    <a:cs typeface="Times New Roman" panose="02020603050405020304" pitchFamily="18" charset="0"/>
                  </a:rPr>
                  <a:t>x</a:t>
                </a:r>
                <a:endParaRPr lang="de-DE" altLang="en-US" sz="1600"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
                </a:pPr>
                <a:r>
                  <a:rPr lang="de-DE" altLang="en-US" sz="1600" dirty="0">
                    <a:latin typeface="Times New Roman" panose="02020603050405020304" pitchFamily="18" charset="0"/>
                    <a:cs typeface="Times New Roman" panose="02020603050405020304" pitchFamily="18" charset="0"/>
                  </a:rPr>
                  <a:t>Lets assume that no. of IC‘s =  no of observable mixtures and</a:t>
                </a:r>
                <a:r>
                  <a:rPr lang="de-DE" altLang="en-US" sz="1600" b="1" dirty="0">
                    <a:latin typeface="Times New Roman" panose="02020603050405020304" pitchFamily="18" charset="0"/>
                    <a:cs typeface="Times New Roman" panose="02020603050405020304" pitchFamily="18" charset="0"/>
                  </a:rPr>
                  <a:t> A</a:t>
                </a:r>
                <a:r>
                  <a:rPr lang="de-DE" altLang="en-US" sz="1600" dirty="0">
                    <a:latin typeface="Times New Roman" panose="02020603050405020304" pitchFamily="18" charset="0"/>
                    <a:cs typeface="Times New Roman" panose="02020603050405020304" pitchFamily="18" charset="0"/>
                  </a:rPr>
                  <a:t> is square and invertible</a:t>
                </a:r>
              </a:p>
              <a:p>
                <a:pPr eaLnBrk="1" hangingPunct="1">
                  <a:buFont typeface="Wingdings" panose="05000000000000000000" pitchFamily="2" charset="2"/>
                  <a:buChar char="§"/>
                </a:pPr>
                <a:r>
                  <a:rPr lang="de-DE" altLang="en-US" sz="1600" dirty="0">
                    <a:latin typeface="Times New Roman" panose="02020603050405020304" pitchFamily="18" charset="0"/>
                    <a:cs typeface="Times New Roman" panose="02020603050405020304" pitchFamily="18" charset="0"/>
                  </a:rPr>
                  <a:t>So after estimating A, we can compute W=A</a:t>
                </a:r>
                <a:r>
                  <a:rPr lang="de-DE" altLang="en-US" sz="1600" baseline="30000" dirty="0">
                    <a:latin typeface="Times New Roman" panose="02020603050405020304" pitchFamily="18" charset="0"/>
                    <a:cs typeface="Times New Roman" panose="02020603050405020304" pitchFamily="18" charset="0"/>
                  </a:rPr>
                  <a:t>-1 </a:t>
                </a:r>
                <a:r>
                  <a:rPr lang="de-DE" altLang="en-US" sz="1600" dirty="0">
                    <a:latin typeface="Times New Roman" panose="02020603050405020304" pitchFamily="18" charset="0"/>
                    <a:cs typeface="Times New Roman" panose="02020603050405020304" pitchFamily="18" charset="0"/>
                  </a:rPr>
                  <a:t>and hence</a:t>
                </a:r>
              </a:p>
              <a:p>
                <a:pPr marL="0" indent="0" algn="ctr">
                  <a:buNone/>
                </a:pPr>
                <a:r>
                  <a:rPr lang="de-DE" altLang="en-US" sz="1600" b="1" dirty="0">
                    <a:latin typeface="Times New Roman" panose="02020603050405020304" pitchFamily="18" charset="0"/>
                    <a:cs typeface="Times New Roman" panose="02020603050405020304" pitchFamily="18" charset="0"/>
                  </a:rPr>
                  <a:t>s = Wx = A</a:t>
                </a:r>
                <a:r>
                  <a:rPr lang="de-DE" altLang="en-US" sz="1600" b="1" baseline="30000" dirty="0">
                    <a:latin typeface="Times New Roman" panose="02020603050405020304" pitchFamily="18" charset="0"/>
                    <a:cs typeface="Times New Roman" panose="02020603050405020304" pitchFamily="18" charset="0"/>
                  </a:rPr>
                  <a:t>-1</a:t>
                </a:r>
                <a:r>
                  <a:rPr lang="de-DE" altLang="en-US" sz="1600" b="1" dirty="0">
                    <a:latin typeface="Times New Roman" panose="02020603050405020304" pitchFamily="18" charset="0"/>
                    <a:cs typeface="Times New Roman" panose="02020603050405020304" pitchFamily="18" charset="0"/>
                  </a:rPr>
                  <a:t>x</a:t>
                </a:r>
              </a:p>
              <a:p>
                <a:pPr>
                  <a:buFont typeface="Wingdings" panose="05000000000000000000" pitchFamily="2" charset="2"/>
                  <a:buChar char="§"/>
                </a:pPr>
                <a:r>
                  <a:rPr lang="de-DE" altLang="en-US" sz="1600" b="1" dirty="0">
                    <a:latin typeface="Times New Roman" panose="02020603050405020304" pitchFamily="18" charset="0"/>
                    <a:cs typeface="Times New Roman" panose="02020603050405020304" pitchFamily="18" charset="0"/>
                  </a:rPr>
                  <a:t> Hence, for the dicussed geometric mixed effect model we perform ICA such that </a:t>
                </a:r>
              </a:p>
              <a:p>
                <a:pPr marL="0" indent="0" algn="ctr">
                  <a:buNone/>
                </a:pPr>
                <a:r>
                  <a:rPr lang="en-GB" altLang="en-US" sz="1600" b="1" i="1" dirty="0">
                    <a:solidFill>
                      <a:schemeClr val="accent1"/>
                    </a:solidFill>
                    <a:latin typeface="Times New Roman" panose="02020603050405020304" pitchFamily="18" charset="0"/>
                    <a:cs typeface="Times New Roman" panose="02020603050405020304" pitchFamily="18" charset="0"/>
                  </a:rPr>
                  <a:t>w</a:t>
                </a:r>
                <a:r>
                  <a:rPr lang="en-GB" altLang="en-US" sz="1600" b="1" i="1" baseline="-25000" dirty="0" err="1">
                    <a:solidFill>
                      <a:schemeClr val="accent1"/>
                    </a:solidFill>
                    <a:latin typeface="Times New Roman" panose="02020603050405020304" pitchFamily="18" charset="0"/>
                    <a:cs typeface="Times New Roman" panose="02020603050405020304" pitchFamily="18" charset="0"/>
                  </a:rPr>
                  <a:t>i</a:t>
                </a:r>
                <a:r>
                  <a:rPr lang="de-DE" altLang="en-US" sz="1600" b="1" dirty="0">
                    <a:solidFill>
                      <a:schemeClr val="accent1"/>
                    </a:solidFill>
                    <a:latin typeface="Times New Roman" panose="02020603050405020304" pitchFamily="18" charset="0"/>
                    <a:cs typeface="Times New Roman" panose="02020603050405020304" pitchFamily="18" charset="0"/>
                  </a:rPr>
                  <a:t> = A</a:t>
                </a:r>
                <a:r>
                  <a:rPr lang="en-GB" altLang="en-US" sz="1600" b="1" i="1" dirty="0">
                    <a:solidFill>
                      <a:schemeClr val="accent1"/>
                    </a:solidFill>
                    <a:latin typeface="Times New Roman" panose="02020603050405020304" pitchFamily="18" charset="0"/>
                    <a:cs typeface="Times New Roman" panose="02020603050405020304" pitchFamily="18" charset="0"/>
                  </a:rPr>
                  <a:t> </a:t>
                </a:r>
                <a:r>
                  <a:rPr lang="en-GB" altLang="en-US" sz="1600" b="1" i="1" dirty="0" err="1">
                    <a:solidFill>
                      <a:schemeClr val="accent1"/>
                    </a:solidFill>
                    <a:latin typeface="Times New Roman" panose="02020603050405020304" pitchFamily="18" charset="0"/>
                    <a:cs typeface="Times New Roman" panose="02020603050405020304" pitchFamily="18" charset="0"/>
                  </a:rPr>
                  <a:t>s</a:t>
                </a:r>
                <a:r>
                  <a:rPr lang="en-GB" altLang="en-US" sz="1600" b="1" i="1" baseline="-25000" dirty="0" err="1">
                    <a:solidFill>
                      <a:schemeClr val="accent1"/>
                    </a:solidFill>
                    <a:latin typeface="Times New Roman" panose="02020603050405020304" pitchFamily="18" charset="0"/>
                    <a:cs typeface="Times New Roman" panose="02020603050405020304" pitchFamily="18" charset="0"/>
                  </a:rPr>
                  <a:t>i</a:t>
                </a:r>
                <a:endParaRPr lang="de-DE" altLang="en-US" sz="1600" b="1" dirty="0">
                  <a:solidFill>
                    <a:schemeClr val="accent1"/>
                  </a:solidFill>
                  <a:latin typeface="Times New Roman" panose="02020603050405020304" pitchFamily="18" charset="0"/>
                  <a:cs typeface="Times New Roman" panose="02020603050405020304" pitchFamily="18" charset="0"/>
                </a:endParaRPr>
              </a:p>
              <a:p>
                <a:pPr marL="0" indent="0" algn="ctr">
                  <a:buNone/>
                </a:pPr>
                <a:r>
                  <a:rPr lang="en-IN" sz="1600" dirty="0">
                    <a:latin typeface="Times New Roman" panose="02020603050405020304" pitchFamily="18" charset="0"/>
                    <a:cs typeface="Times New Roman" panose="02020603050405020304" pitchFamily="18" charset="0"/>
                  </a:rPr>
                  <a:t>with </a:t>
                </a:r>
                <a14:m>
                  <m:oMath xmlns:m="http://schemas.openxmlformats.org/officeDocument/2006/math">
                    <m:sSub>
                      <m:sSubPr>
                        <m:ctrlPr>
                          <a:rPr lang="en-US" sz="1600" b="1" i="1" spc="0" smtClean="0">
                            <a:solidFill>
                              <a:prstClr val="black"/>
                            </a:solidFill>
                            <a:latin typeface="Cambria Math" panose="02040503050406030204" pitchFamily="18" charset="0"/>
                            <a:cs typeface="Times New Roman" panose="02020603050405020304" pitchFamily="18" charset="0"/>
                          </a:rPr>
                        </m:ctrlPr>
                      </m:sSubPr>
                      <m:e>
                        <m:r>
                          <m:rPr>
                            <m:nor/>
                          </m:rPr>
                          <a:rPr lang="en-IN" sz="1600" b="0" i="0" spc="0" smtClean="0">
                            <a:solidFill>
                              <a:prstClr val="black"/>
                            </a:solidFill>
                            <a:latin typeface="Cambria Math" panose="02040503050406030204" pitchFamily="18" charset="0"/>
                            <a:cs typeface="Times New Roman" panose="02020603050405020304" pitchFamily="18" charset="0"/>
                          </a:rPr>
                          <m:t>N</m:t>
                        </m:r>
                      </m:e>
                      <m:sub>
                        <m:r>
                          <a:rPr lang="en-IN" sz="1600" b="1" i="1" dirty="0" smtClean="0">
                            <a:solidFill>
                              <a:schemeClr val="tx1"/>
                            </a:solidFill>
                            <a:latin typeface="Cambria Math" panose="02040503050406030204" pitchFamily="18" charset="0"/>
                            <a:cs typeface="Times New Roman" panose="02020603050405020304" pitchFamily="18" charset="0"/>
                          </a:rPr>
                          <m:t>𝒔</m:t>
                        </m:r>
                      </m:sub>
                    </m:sSub>
                  </m:oMath>
                </a14:m>
                <a:r>
                  <a:rPr lang="en-IN" sz="1600" dirty="0">
                    <a:latin typeface="Times New Roman" panose="02020603050405020304" pitchFamily="18" charset="0"/>
                    <a:cs typeface="Times New Roman" panose="02020603050405020304" pitchFamily="18" charset="0"/>
                  </a:rPr>
                  <a:t> independent sources (</a:t>
                </a:r>
                <a14:m>
                  <m:oMath xmlns:m="http://schemas.openxmlformats.org/officeDocument/2006/math">
                    <m:sSub>
                      <m:sSubPr>
                        <m:ctrlPr>
                          <a:rPr lang="en-US" sz="1600" b="1" i="1">
                            <a:solidFill>
                              <a:prstClr val="black"/>
                            </a:solidFill>
                            <a:latin typeface="Cambria Math" panose="02040503050406030204" pitchFamily="18" charset="0"/>
                            <a:cs typeface="Times New Roman" panose="02020603050405020304" pitchFamily="18" charset="0"/>
                          </a:rPr>
                        </m:ctrlPr>
                      </m:sSubPr>
                      <m:e>
                        <m:r>
                          <m:rPr>
                            <m:nor/>
                          </m:rPr>
                          <a:rPr lang="en-IN" sz="1600" b="0" i="0" smtClean="0">
                            <a:solidFill>
                              <a:prstClr val="black"/>
                            </a:solidFill>
                            <a:latin typeface="Cambria Math" panose="02040503050406030204" pitchFamily="18" charset="0"/>
                            <a:cs typeface="Times New Roman" panose="02020603050405020304" pitchFamily="18" charset="0"/>
                          </a:rPr>
                          <m:t>s</m:t>
                        </m:r>
                      </m:e>
                      <m:sub>
                        <m:r>
                          <a:rPr lang="en-IN" sz="1600" b="1" i="1">
                            <a:solidFill>
                              <a:prstClr val="black"/>
                            </a:solidFill>
                            <a:latin typeface="Cambria Math" panose="02040503050406030204" pitchFamily="18" charset="0"/>
                            <a:cs typeface="Times New Roman" panose="02020603050405020304" pitchFamily="18" charset="0"/>
                          </a:rPr>
                          <m:t>𝒊</m:t>
                        </m:r>
                      </m:sub>
                    </m:sSub>
                    <m:r>
                      <a:rPr lang="en-IN" sz="1600" b="1" i="1" dirty="0">
                        <a:solidFill>
                          <a:schemeClr val="tx1"/>
                        </a:solidFill>
                        <a:latin typeface="Cambria Math" panose="02040503050406030204" pitchFamily="18" charset="0"/>
                        <a:cs typeface="Times New Roman" panose="02020603050405020304" pitchFamily="18" charset="0"/>
                      </a:rPr>
                      <m:t> </m:t>
                    </m:r>
                  </m:oMath>
                </a14:m>
                <a:r>
                  <a:rPr lang="en-IN" sz="1600" dirty="0">
                    <a:latin typeface="Times New Roman" panose="02020603050405020304" pitchFamily="18" charset="0"/>
                    <a:cs typeface="Times New Roman" panose="02020603050405020304" pitchFamily="18" charset="0"/>
                  </a:rPr>
                  <a:t>), 1 ≤  </a:t>
                </a:r>
                <a:r>
                  <a:rPr lang="en-IN" sz="1600" dirty="0" err="1">
                    <a:latin typeface="Times New Roman" panose="02020603050405020304" pitchFamily="18" charset="0"/>
                    <a:cs typeface="Times New Roman" panose="02020603050405020304" pitchFamily="18" charset="0"/>
                  </a:rPr>
                  <a:t>i</a:t>
                </a:r>
                <a:r>
                  <a:rPr lang="en-IN" sz="1600" dirty="0">
                    <a:latin typeface="Times New Roman" panose="02020603050405020304" pitchFamily="18" charset="0"/>
                    <a:cs typeface="Times New Roman" panose="02020603050405020304" pitchFamily="18" charset="0"/>
                  </a:rPr>
                  <a:t>  ≤  </a:t>
                </a:r>
                <a14:m>
                  <m:oMath xmlns:m="http://schemas.openxmlformats.org/officeDocument/2006/math">
                    <m:sSub>
                      <m:sSubPr>
                        <m:ctrlPr>
                          <a:rPr lang="en-US" sz="1600" b="1" i="1">
                            <a:solidFill>
                              <a:prstClr val="black"/>
                            </a:solidFill>
                            <a:latin typeface="Cambria Math" panose="02040503050406030204" pitchFamily="18" charset="0"/>
                            <a:cs typeface="Times New Roman" panose="02020603050405020304" pitchFamily="18" charset="0"/>
                          </a:rPr>
                        </m:ctrlPr>
                      </m:sSubPr>
                      <m:e>
                        <m:r>
                          <m:rPr>
                            <m:nor/>
                          </m:rPr>
                          <a:rPr lang="en-IN" sz="1600">
                            <a:solidFill>
                              <a:prstClr val="black"/>
                            </a:solidFill>
                            <a:latin typeface="Cambria Math" panose="02040503050406030204" pitchFamily="18" charset="0"/>
                            <a:cs typeface="Times New Roman" panose="02020603050405020304" pitchFamily="18" charset="0"/>
                          </a:rPr>
                          <m:t>N</m:t>
                        </m:r>
                      </m:e>
                      <m:sub>
                        <m:r>
                          <a:rPr lang="en-IN" sz="1600" b="1" i="1" dirty="0">
                            <a:solidFill>
                              <a:schemeClr val="tx1"/>
                            </a:solidFill>
                            <a:latin typeface="Cambria Math" panose="02040503050406030204" pitchFamily="18" charset="0"/>
                            <a:cs typeface="Times New Roman" panose="02020603050405020304" pitchFamily="18" charset="0"/>
                          </a:rPr>
                          <m:t>𝒔</m:t>
                        </m:r>
                      </m:sub>
                    </m:sSub>
                  </m:oMath>
                </a14:m>
                <a:endParaRPr lang="de-DE" altLang="en-US" sz="16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endParaRPr lang="de-DE" altLang="en-US" sz="1600" b="1" dirty="0">
                  <a:latin typeface="Times New Roman" panose="02020603050405020304" pitchFamily="18" charset="0"/>
                  <a:cs typeface="Times New Roman" panose="02020603050405020304" pitchFamily="18" charset="0"/>
                </a:endParaRPr>
              </a:p>
              <a:p>
                <a:pPr marL="0" indent="0" algn="ctr">
                  <a:buNone/>
                </a:pPr>
                <a:endParaRPr lang="en-IN" sz="1600" dirty="0"/>
              </a:p>
            </p:txBody>
          </p:sp>
        </mc:Choice>
        <mc:Fallback xmlns="">
          <p:sp>
            <p:nvSpPr>
              <p:cNvPr id="3" name="Content Placeholder 2">
                <a:extLst>
                  <a:ext uri="{FF2B5EF4-FFF2-40B4-BE49-F238E27FC236}">
                    <a16:creationId xmlns:a16="http://schemas.microsoft.com/office/drawing/2014/main" id="{F7FDE1F7-0FBB-C16B-A9D7-12FE1409161F}"/>
                  </a:ext>
                </a:extLst>
              </p:cNvPr>
              <p:cNvSpPr>
                <a:spLocks noGrp="1" noRot="1" noChangeAspect="1" noMove="1" noResize="1" noEditPoints="1" noAdjustHandles="1" noChangeArrowheads="1" noChangeShapeType="1" noTextEdit="1"/>
              </p:cNvSpPr>
              <p:nvPr>
                <p:ph idx="1"/>
              </p:nvPr>
            </p:nvSpPr>
            <p:spPr>
              <a:xfrm>
                <a:off x="865842" y="2794701"/>
                <a:ext cx="10800640" cy="3931920"/>
              </a:xfrm>
              <a:blipFill>
                <a:blip r:embed="rId2"/>
                <a:stretch>
                  <a:fillRect l="-226" t="-1395"/>
                </a:stretch>
              </a:blipFill>
            </p:spPr>
            <p:txBody>
              <a:bodyPr/>
              <a:lstStyle/>
              <a:p>
                <a:r>
                  <a:rPr lang="en-IN">
                    <a:noFill/>
                  </a:rPr>
                  <a:t> </a:t>
                </a:r>
              </a:p>
            </p:txBody>
          </p:sp>
        </mc:Fallback>
      </mc:AlternateContent>
      <p:pic>
        <p:nvPicPr>
          <p:cNvPr id="4" name="Picture 3">
            <a:extLst>
              <a:ext uri="{FF2B5EF4-FFF2-40B4-BE49-F238E27FC236}">
                <a16:creationId xmlns:a16="http://schemas.microsoft.com/office/drawing/2014/main" id="{E0DE6F84-F1B4-BE5E-D782-EBD1339A5F53}"/>
              </a:ext>
            </a:extLst>
          </p:cNvPr>
          <p:cNvPicPr>
            <a:picLocks noChangeAspect="1"/>
          </p:cNvPicPr>
          <p:nvPr/>
        </p:nvPicPr>
        <p:blipFill>
          <a:blip r:embed="rId3"/>
          <a:stretch>
            <a:fillRect/>
          </a:stretch>
        </p:blipFill>
        <p:spPr>
          <a:xfrm>
            <a:off x="2389461" y="169152"/>
            <a:ext cx="6454995" cy="2498463"/>
          </a:xfrm>
          <a:prstGeom prst="rect">
            <a:avLst/>
          </a:prstGeom>
        </p:spPr>
      </p:pic>
    </p:spTree>
    <p:extLst>
      <p:ext uri="{BB962C8B-B14F-4D97-AF65-F5344CB8AC3E}">
        <p14:creationId xmlns:p14="http://schemas.microsoft.com/office/powerpoint/2010/main" val="14162036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52CE34-BF48-E39B-365D-192DE6B7E594}"/>
              </a:ext>
            </a:extLst>
          </p:cNvPr>
          <p:cNvSpPr>
            <a:spLocks noGrp="1"/>
          </p:cNvSpPr>
          <p:nvPr>
            <p:ph idx="1"/>
          </p:nvPr>
        </p:nvSpPr>
        <p:spPr>
          <a:xfrm>
            <a:off x="398132" y="1510418"/>
            <a:ext cx="10753725" cy="3766185"/>
          </a:xfrm>
        </p:spPr>
        <p:txBody>
          <a:bodyPr>
            <a:normAutofit/>
          </a:bodyPr>
          <a:lstStyle/>
          <a:p>
            <a:pPr>
              <a:buFont typeface="Wingdings" panose="05000000000000000000" pitchFamily="2" charset="2"/>
              <a:buChar char="§"/>
            </a:pPr>
            <a:r>
              <a:rPr lang="en-IN" dirty="0"/>
              <a:t> </a:t>
            </a:r>
            <a:r>
              <a:rPr lang="en-US" sz="2000" dirty="0">
                <a:latin typeface="Times New Roman" panose="02020603050405020304" pitchFamily="18" charset="0"/>
                <a:cs typeface="Times New Roman" panose="02020603050405020304" pitchFamily="18" charset="0"/>
              </a:rPr>
              <a:t>The disease course mapping model is a generic framework, and we can apply it to different types of observations by choosing the adequate manifold.</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 Model binary observations using a logit model.</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 The manifold whose geodesics are logistic curves. </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 The </a:t>
            </a:r>
            <a:r>
              <a:rPr lang="en-US" sz="2000" dirty="0" err="1">
                <a:latin typeface="Times New Roman" panose="02020603050405020304" pitchFamily="18" charset="0"/>
                <a:cs typeface="Times New Roman" panose="02020603050405020304" pitchFamily="18" charset="0"/>
              </a:rPr>
              <a:t>Riemanninan</a:t>
            </a:r>
            <a:r>
              <a:rPr lang="en-US" sz="2000" dirty="0">
                <a:latin typeface="Times New Roman" panose="02020603050405020304" pitchFamily="18" charset="0"/>
                <a:cs typeface="Times New Roman" panose="02020603050405020304" pitchFamily="18" charset="0"/>
              </a:rPr>
              <a:t> manifold used in that case is set to be the product manifold of </a:t>
            </a:r>
            <a:r>
              <a:rPr lang="en-US" sz="2000" b="1" i="1" dirty="0">
                <a:solidFill>
                  <a:schemeClr val="accent1"/>
                </a:solidFill>
                <a:latin typeface="Times New Roman" panose="02020603050405020304" pitchFamily="18" charset="0"/>
                <a:cs typeface="Times New Roman" panose="02020603050405020304" pitchFamily="18" charset="0"/>
              </a:rPr>
              <a:t>d</a:t>
            </a:r>
            <a:r>
              <a:rPr lang="en-US" sz="2000" dirty="0">
                <a:latin typeface="Times New Roman" panose="02020603050405020304" pitchFamily="18" charset="0"/>
                <a:cs typeface="Times New Roman" panose="02020603050405020304" pitchFamily="18" charset="0"/>
              </a:rPr>
              <a:t> times </a:t>
            </a:r>
            <a:r>
              <a:rPr lang="en-US" sz="2000" b="1" i="1" dirty="0">
                <a:solidFill>
                  <a:schemeClr val="accent1"/>
                </a:solidFill>
                <a:latin typeface="Times New Roman" panose="02020603050405020304" pitchFamily="18" charset="0"/>
                <a:cs typeface="Times New Roman" panose="02020603050405020304" pitchFamily="18" charset="0"/>
              </a:rPr>
              <a:t>(0, 1) </a:t>
            </a:r>
            <a:r>
              <a:rPr lang="en-US" sz="2000" dirty="0">
                <a:latin typeface="Times New Roman" panose="02020603050405020304" pitchFamily="18" charset="0"/>
                <a:cs typeface="Times New Roman" panose="02020603050405020304" pitchFamily="18" charset="0"/>
              </a:rPr>
              <a:t>equipped with the metric                            where </a:t>
            </a:r>
          </a:p>
          <a:p>
            <a:pP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 The logistic curves is common in most neurodegenerative diseases.</a:t>
            </a:r>
          </a:p>
          <a:p>
            <a:pPr>
              <a:buFont typeface="Wingdings" panose="05000000000000000000" pitchFamily="2" charset="2"/>
              <a:buChar char="§"/>
            </a:pPr>
            <a:endParaRPr lang="en-IN" dirty="0"/>
          </a:p>
        </p:txBody>
      </p:sp>
      <p:sp>
        <p:nvSpPr>
          <p:cNvPr id="4" name="Title 1">
            <a:extLst>
              <a:ext uri="{FF2B5EF4-FFF2-40B4-BE49-F238E27FC236}">
                <a16:creationId xmlns:a16="http://schemas.microsoft.com/office/drawing/2014/main" id="{64C5C2D7-2470-4133-9242-A70FC1814D29}"/>
              </a:ext>
            </a:extLst>
          </p:cNvPr>
          <p:cNvSpPr txBox="1">
            <a:spLocks noGrp="1"/>
          </p:cNvSpPr>
          <p:nvPr>
            <p:ph type="title"/>
          </p:nvPr>
        </p:nvSpPr>
        <p:spPr>
          <a:xfrm>
            <a:off x="299873" y="58628"/>
            <a:ext cx="10772775" cy="1657350"/>
          </a:xfrm>
          <a:prstGeom prst="rect">
            <a:avLst/>
          </a:prstGeom>
        </p:spPr>
        <p:txBody>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r>
              <a:rPr lang="en-IN" sz="4400" dirty="0">
                <a:latin typeface="Times New Roman" panose="02020603050405020304" pitchFamily="18" charset="0"/>
                <a:cs typeface="Times New Roman" panose="02020603050405020304" pitchFamily="18" charset="0"/>
              </a:rPr>
              <a:t>Logistic Curves Model</a:t>
            </a:r>
          </a:p>
        </p:txBody>
      </p:sp>
      <p:pic>
        <p:nvPicPr>
          <p:cNvPr id="7" name="Content Placeholder 3">
            <a:extLst>
              <a:ext uri="{FF2B5EF4-FFF2-40B4-BE49-F238E27FC236}">
                <a16:creationId xmlns:a16="http://schemas.microsoft.com/office/drawing/2014/main" id="{B383ED6C-6694-848C-6AE7-69E36CE42861}"/>
              </a:ext>
            </a:extLst>
          </p:cNvPr>
          <p:cNvPicPr>
            <a:picLocks noChangeAspect="1"/>
          </p:cNvPicPr>
          <p:nvPr/>
        </p:nvPicPr>
        <p:blipFill>
          <a:blip r:embed="rId2"/>
          <a:stretch>
            <a:fillRect/>
          </a:stretch>
        </p:blipFill>
        <p:spPr>
          <a:xfrm>
            <a:off x="3285808" y="4145604"/>
            <a:ext cx="4800903" cy="2712396"/>
          </a:xfrm>
          <a:prstGeom prst="rect">
            <a:avLst/>
          </a:prstGeom>
        </p:spPr>
      </p:pic>
      <p:pic>
        <p:nvPicPr>
          <p:cNvPr id="9" name="Picture 8">
            <a:extLst>
              <a:ext uri="{FF2B5EF4-FFF2-40B4-BE49-F238E27FC236}">
                <a16:creationId xmlns:a16="http://schemas.microsoft.com/office/drawing/2014/main" id="{4BCE42E5-CC55-870F-104F-00A42B9855CE}"/>
              </a:ext>
            </a:extLst>
          </p:cNvPr>
          <p:cNvPicPr>
            <a:picLocks noChangeAspect="1"/>
          </p:cNvPicPr>
          <p:nvPr/>
        </p:nvPicPr>
        <p:blipFill>
          <a:blip r:embed="rId3"/>
          <a:stretch>
            <a:fillRect/>
          </a:stretch>
        </p:blipFill>
        <p:spPr>
          <a:xfrm>
            <a:off x="3144901" y="3429000"/>
            <a:ext cx="1657678" cy="270641"/>
          </a:xfrm>
          <a:prstGeom prst="rect">
            <a:avLst/>
          </a:prstGeom>
        </p:spPr>
      </p:pic>
      <p:pic>
        <p:nvPicPr>
          <p:cNvPr id="11" name="Picture 10">
            <a:extLst>
              <a:ext uri="{FF2B5EF4-FFF2-40B4-BE49-F238E27FC236}">
                <a16:creationId xmlns:a16="http://schemas.microsoft.com/office/drawing/2014/main" id="{787632F6-B91D-8487-9AC7-F94E42449DA7}"/>
              </a:ext>
            </a:extLst>
          </p:cNvPr>
          <p:cNvPicPr>
            <a:picLocks noChangeAspect="1"/>
          </p:cNvPicPr>
          <p:nvPr/>
        </p:nvPicPr>
        <p:blipFill>
          <a:blip r:embed="rId4"/>
          <a:stretch>
            <a:fillRect/>
          </a:stretch>
        </p:blipFill>
        <p:spPr>
          <a:xfrm>
            <a:off x="5495922" y="3378191"/>
            <a:ext cx="1503968" cy="351993"/>
          </a:xfrm>
          <a:prstGeom prst="rect">
            <a:avLst/>
          </a:prstGeom>
        </p:spPr>
      </p:pic>
    </p:spTree>
    <p:extLst>
      <p:ext uri="{BB962C8B-B14F-4D97-AF65-F5344CB8AC3E}">
        <p14:creationId xmlns:p14="http://schemas.microsoft.com/office/powerpoint/2010/main" val="29422008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DBBC291-195C-CB8C-FF6A-187F0E7C421E}"/>
              </a:ext>
            </a:extLst>
          </p:cNvPr>
          <p:cNvPicPr>
            <a:picLocks noChangeAspect="1"/>
          </p:cNvPicPr>
          <p:nvPr/>
        </p:nvPicPr>
        <p:blipFill>
          <a:blip r:embed="rId2"/>
          <a:stretch>
            <a:fillRect/>
          </a:stretch>
        </p:blipFill>
        <p:spPr>
          <a:xfrm>
            <a:off x="1370878" y="1492270"/>
            <a:ext cx="8830425" cy="1329757"/>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485D5B5-A6AD-5A74-1171-ACC7E1187E3F}"/>
                  </a:ext>
                </a:extLst>
              </p:cNvPr>
              <p:cNvSpPr txBox="1"/>
              <p:nvPr/>
            </p:nvSpPr>
            <p:spPr>
              <a:xfrm>
                <a:off x="262759" y="289063"/>
                <a:ext cx="8150772" cy="736997"/>
              </a:xfrm>
              <a:prstGeom prst="rect">
                <a:avLst/>
              </a:prstGeom>
              <a:noFill/>
            </p:spPr>
            <p:txBody>
              <a:bodyPr wrap="square">
                <a:spAutoFit/>
              </a:bodyPr>
              <a:lstStyle/>
              <a:p>
                <a:r>
                  <a:rPr lang="en-US" sz="2000" dirty="0">
                    <a:solidFill>
                      <a:schemeClr val="accent1"/>
                    </a:solidFill>
                    <a:latin typeface="Times New Roman" panose="02020603050405020304" pitchFamily="18" charset="0"/>
                    <a:cs typeface="Times New Roman" panose="02020603050405020304" pitchFamily="18" charset="0"/>
                  </a:rPr>
                  <a:t>The specific formulation of the curve of one dimension </a:t>
                </a:r>
                <a:r>
                  <a:rPr lang="en-US" sz="2000" b="1" i="1" dirty="0">
                    <a:latin typeface="Times New Roman" panose="02020603050405020304" pitchFamily="18" charset="0"/>
                    <a:cs typeface="Times New Roman" panose="02020603050405020304" pitchFamily="18" charset="0"/>
                  </a:rPr>
                  <a:t>k</a:t>
                </a:r>
                <a:r>
                  <a:rPr lang="en-US" sz="2000" dirty="0">
                    <a:solidFill>
                      <a:schemeClr val="accent1"/>
                    </a:solidFill>
                    <a:latin typeface="Times New Roman" panose="02020603050405020304" pitchFamily="18" charset="0"/>
                    <a:cs typeface="Times New Roman" panose="02020603050405020304" pitchFamily="18" charset="0"/>
                  </a:rPr>
                  <a:t> for one individual </a:t>
                </a:r>
                <a:r>
                  <a:rPr lang="en-US" sz="2000" b="1" i="1" dirty="0" err="1">
                    <a:latin typeface="Times New Roman" panose="02020603050405020304" pitchFamily="18" charset="0"/>
                    <a:cs typeface="Times New Roman" panose="02020603050405020304" pitchFamily="18" charset="0"/>
                  </a:rPr>
                  <a:t>i</a:t>
                </a:r>
                <a:r>
                  <a:rPr lang="en-US" sz="2000" b="1" dirty="0">
                    <a:solidFill>
                      <a:schemeClr val="accent1"/>
                    </a:solidFill>
                    <a:latin typeface="Times New Roman" panose="02020603050405020304" pitchFamily="18" charset="0"/>
                    <a:cs typeface="Times New Roman" panose="02020603050405020304" pitchFamily="18" charset="0"/>
                  </a:rPr>
                  <a:t> </a:t>
                </a:r>
                <a:r>
                  <a:rPr lang="en-US" sz="2000" dirty="0">
                    <a:solidFill>
                      <a:schemeClr val="accent1"/>
                    </a:solidFill>
                    <a:latin typeface="Times New Roman" panose="02020603050405020304" pitchFamily="18" charset="0"/>
                    <a:cs typeface="Times New Roman" panose="02020603050405020304" pitchFamily="18" charset="0"/>
                  </a:rPr>
                  <a:t>at time</a:t>
                </a:r>
                <a:r>
                  <a:rPr lang="en-US" sz="2000" b="1" spc="0" dirty="0">
                    <a:solidFill>
                      <a:prstClr val="black"/>
                    </a:solidFill>
                    <a:cs typeface="Times New Roman" panose="02020603050405020304" pitchFamily="18" charset="0"/>
                  </a:rPr>
                  <a:t> </a:t>
                </a:r>
                <a14:m>
                  <m:oMath xmlns:m="http://schemas.openxmlformats.org/officeDocument/2006/math">
                    <m:sSub>
                      <m:sSubPr>
                        <m:ctrlPr>
                          <a:rPr lang="en-US" sz="2000" b="1" i="1" spc="0">
                            <a:solidFill>
                              <a:prstClr val="black"/>
                            </a:solidFill>
                            <a:latin typeface="Cambria Math" panose="02040503050406030204" pitchFamily="18" charset="0"/>
                            <a:cs typeface="Times New Roman" panose="02020603050405020304" pitchFamily="18" charset="0"/>
                          </a:rPr>
                        </m:ctrlPr>
                      </m:sSubPr>
                      <m:e>
                        <m:r>
                          <m:rPr>
                            <m:nor/>
                          </m:rPr>
                          <a:rPr lang="en-IN" sz="2000" b="1" spc="0">
                            <a:solidFill>
                              <a:prstClr val="black"/>
                            </a:solidFill>
                            <a:latin typeface="Cambria Math" panose="02040503050406030204" pitchFamily="18" charset="0"/>
                            <a:cs typeface="Times New Roman" panose="02020603050405020304" pitchFamily="18" charset="0"/>
                          </a:rPr>
                          <m:t>t</m:t>
                        </m:r>
                      </m:e>
                      <m:sub>
                        <m:r>
                          <a:rPr lang="en-IN" sz="2000" b="1" i="1" spc="0" smtClean="0">
                            <a:solidFill>
                              <a:prstClr val="black"/>
                            </a:solidFill>
                            <a:latin typeface="Cambria Math" panose="02040503050406030204" pitchFamily="18" charset="0"/>
                            <a:cs typeface="Times New Roman" panose="02020603050405020304" pitchFamily="18" charset="0"/>
                          </a:rPr>
                          <m:t>𝒊𝒋</m:t>
                        </m:r>
                      </m:sub>
                    </m:sSub>
                  </m:oMath>
                </a14:m>
                <a:r>
                  <a:rPr lang="en-US" sz="2000" dirty="0">
                    <a:solidFill>
                      <a:schemeClr val="tx1"/>
                    </a:solidFill>
                    <a:latin typeface="Times New Roman" panose="02020603050405020304" pitchFamily="18" charset="0"/>
                    <a:cs typeface="Times New Roman" panose="02020603050405020304" pitchFamily="18" charset="0"/>
                  </a:rPr>
                  <a:t> </a:t>
                </a:r>
                <a:r>
                  <a:rPr lang="en-US" sz="2000" dirty="0">
                    <a:solidFill>
                      <a:schemeClr val="accent1"/>
                    </a:solidFill>
                    <a:latin typeface="Times New Roman" panose="02020603050405020304" pitchFamily="18" charset="0"/>
                    <a:cs typeface="Times New Roman" panose="02020603050405020304" pitchFamily="18" charset="0"/>
                  </a:rPr>
                  <a:t>in the model is the following: </a:t>
                </a:r>
                <a:endParaRPr lang="en-IN" sz="2000" dirty="0">
                  <a:solidFill>
                    <a:schemeClr val="accent1"/>
                  </a:solidFill>
                  <a:latin typeface="Times New Roman" panose="02020603050405020304" pitchFamily="18"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F485D5B5-A6AD-5A74-1171-ACC7E1187E3F}"/>
                  </a:ext>
                </a:extLst>
              </p:cNvPr>
              <p:cNvSpPr txBox="1">
                <a:spLocks noRot="1" noChangeAspect="1" noMove="1" noResize="1" noEditPoints="1" noAdjustHandles="1" noChangeArrowheads="1" noChangeShapeType="1" noTextEdit="1"/>
              </p:cNvSpPr>
              <p:nvPr/>
            </p:nvSpPr>
            <p:spPr>
              <a:xfrm>
                <a:off x="262759" y="289063"/>
                <a:ext cx="8150772" cy="736997"/>
              </a:xfrm>
              <a:prstGeom prst="rect">
                <a:avLst/>
              </a:prstGeom>
              <a:blipFill>
                <a:blip r:embed="rId3"/>
                <a:stretch>
                  <a:fillRect l="-748" t="-4132" b="-991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F08B728-D28A-F721-2704-00DE0449C86B}"/>
                  </a:ext>
                </a:extLst>
              </p:cNvPr>
              <p:cNvSpPr txBox="1"/>
              <p:nvPr/>
            </p:nvSpPr>
            <p:spPr>
              <a:xfrm>
                <a:off x="525517" y="3105834"/>
                <a:ext cx="9511861" cy="2585323"/>
              </a:xfrm>
              <a:prstGeom prst="rect">
                <a:avLst/>
              </a:prstGeom>
              <a:noFill/>
            </p:spPr>
            <p:txBody>
              <a:bodyPr wrap="square">
                <a:spAutoFit/>
              </a:bodyPr>
              <a:lstStyle/>
              <a:p>
                <a:pPr marL="285750" indent="-285750">
                  <a:buFont typeface="Wingdings" panose="05000000000000000000" pitchFamily="2" charset="2"/>
                  <a:buChar char="§"/>
                </a:pPr>
                <a:r>
                  <a:rPr lang="en-US" dirty="0">
                    <a:solidFill>
                      <a:schemeClr val="accent1"/>
                    </a:solidFill>
                    <a:latin typeface="Times New Roman" panose="02020603050405020304" pitchFamily="18" charset="0"/>
                    <a:cs typeface="Times New Roman" panose="02020603050405020304" pitchFamily="18" charset="0"/>
                  </a:rPr>
                  <a:t>here </a:t>
                </a:r>
                <a:r>
                  <a:rPr lang="en-US" b="1"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1800" b="1" i="1" spc="0" smtClean="0">
                            <a:solidFill>
                              <a:schemeClr val="tx1"/>
                            </a:solidFill>
                            <a:latin typeface="Cambria Math" panose="02040503050406030204" pitchFamily="18" charset="0"/>
                            <a:cs typeface="Times New Roman" panose="02020603050405020304" pitchFamily="18" charset="0"/>
                          </a:rPr>
                        </m:ctrlPr>
                      </m:sSubPr>
                      <m:e>
                        <m:r>
                          <m:rPr>
                            <m:nor/>
                          </m:rPr>
                          <a:rPr lang="en-IN" sz="1800" b="1" i="0" spc="0" smtClean="0">
                            <a:solidFill>
                              <a:schemeClr val="tx1"/>
                            </a:solidFill>
                            <a:latin typeface="Cambria Math" panose="02040503050406030204" pitchFamily="18" charset="0"/>
                            <a:cs typeface="Times New Roman" panose="02020603050405020304" pitchFamily="18" charset="0"/>
                          </a:rPr>
                          <m:t>p</m:t>
                        </m:r>
                      </m:e>
                      <m:sub>
                        <m:r>
                          <a:rPr lang="en-IN" sz="1800" b="1" i="1" spc="0" smtClean="0">
                            <a:solidFill>
                              <a:schemeClr val="tx1"/>
                            </a:solidFill>
                            <a:latin typeface="Cambria Math" panose="02040503050406030204" pitchFamily="18" charset="0"/>
                            <a:cs typeface="Times New Roman" panose="02020603050405020304" pitchFamily="18" charset="0"/>
                          </a:rPr>
                          <m:t>𝒌</m:t>
                        </m:r>
                      </m:sub>
                    </m:sSub>
                  </m:oMath>
                </a14:m>
                <a:r>
                  <a:rPr lang="en-US" sz="1800" b="1" dirty="0">
                    <a:solidFill>
                      <a:schemeClr val="tx1"/>
                    </a:solidFill>
                    <a:latin typeface="Times New Roman" panose="02020603050405020304" pitchFamily="18" charset="0"/>
                    <a:cs typeface="Times New Roman" panose="02020603050405020304" pitchFamily="18" charset="0"/>
                  </a:rPr>
                  <a:t> </a:t>
                </a:r>
                <a:r>
                  <a:rPr lang="en-US" b="1"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b="1" i="1">
                            <a:solidFill>
                              <a:schemeClr val="tx1"/>
                            </a:solidFill>
                            <a:latin typeface="Cambria Math" panose="02040503050406030204" pitchFamily="18" charset="0"/>
                            <a:cs typeface="Times New Roman" panose="02020603050405020304" pitchFamily="18" charset="0"/>
                          </a:rPr>
                        </m:ctrlPr>
                      </m:sSubPr>
                      <m:e>
                        <m:r>
                          <m:rPr>
                            <m:nor/>
                          </m:rPr>
                          <a:rPr lang="en-IN" b="1" i="0" smtClean="0">
                            <a:solidFill>
                              <a:schemeClr val="tx1"/>
                            </a:solidFill>
                            <a:latin typeface="Cambria Math" panose="02040503050406030204" pitchFamily="18" charset="0"/>
                            <a:cs typeface="Times New Roman" panose="02020603050405020304" pitchFamily="18" charset="0"/>
                          </a:rPr>
                          <m:t>v</m:t>
                        </m:r>
                      </m:e>
                      <m:sub>
                        <m:r>
                          <a:rPr lang="en-IN" b="1" i="1" smtClean="0">
                            <a:solidFill>
                              <a:schemeClr val="tx1"/>
                            </a:solidFill>
                            <a:latin typeface="Cambria Math" panose="02040503050406030204" pitchFamily="18" charset="0"/>
                            <a:cs typeface="Times New Roman" panose="02020603050405020304" pitchFamily="18" charset="0"/>
                          </a:rPr>
                          <m:t>𝒌</m:t>
                        </m:r>
                      </m:sub>
                    </m:sSub>
                  </m:oMath>
                </a14:m>
                <a:r>
                  <a:rPr lang="en-US" b="1" dirty="0">
                    <a:solidFill>
                      <a:schemeClr val="tx1"/>
                    </a:solidFill>
                    <a:latin typeface="Times New Roman" panose="02020603050405020304" pitchFamily="18" charset="0"/>
                    <a:cs typeface="Times New Roman" panose="02020603050405020304" pitchFamily="18" charset="0"/>
                  </a:rPr>
                  <a:t> , </a:t>
                </a:r>
                <a14:m>
                  <m:oMath xmlns:m="http://schemas.openxmlformats.org/officeDocument/2006/math">
                    <m:sSub>
                      <m:sSubPr>
                        <m:ctrlPr>
                          <a:rPr lang="en-US" b="1" i="1">
                            <a:solidFill>
                              <a:schemeClr val="tx1"/>
                            </a:solidFill>
                            <a:latin typeface="Cambria Math" panose="02040503050406030204" pitchFamily="18" charset="0"/>
                            <a:cs typeface="Times New Roman" panose="02020603050405020304" pitchFamily="18" charset="0"/>
                          </a:rPr>
                        </m:ctrlPr>
                      </m:sSubPr>
                      <m:e>
                        <m:r>
                          <m:rPr>
                            <m:nor/>
                          </m:rPr>
                          <a:rPr lang="en-IN" b="1">
                            <a:solidFill>
                              <a:schemeClr val="tx1"/>
                            </a:solidFill>
                            <a:latin typeface="Cambria Math" panose="02040503050406030204" pitchFamily="18" charset="0"/>
                            <a:cs typeface="Times New Roman" panose="02020603050405020304" pitchFamily="18" charset="0"/>
                          </a:rPr>
                          <m:t>t</m:t>
                        </m:r>
                      </m:e>
                      <m:sub>
                        <m:r>
                          <a:rPr lang="en-IN" b="1" i="1" dirty="0">
                            <a:solidFill>
                              <a:schemeClr val="tx1"/>
                            </a:solidFill>
                            <a:latin typeface="Cambria Math" panose="02040503050406030204" pitchFamily="18" charset="0"/>
                            <a:cs typeface="Times New Roman" panose="02020603050405020304" pitchFamily="18" charset="0"/>
                          </a:rPr>
                          <m:t>𝟎</m:t>
                        </m:r>
                      </m:sub>
                    </m:sSub>
                  </m:oMath>
                </a14:m>
                <a:r>
                  <a:rPr lang="en-US" b="1" dirty="0">
                    <a:solidFill>
                      <a:schemeClr val="tx1"/>
                    </a:solidFill>
                    <a:latin typeface="Times New Roman" panose="02020603050405020304" pitchFamily="18" charset="0"/>
                    <a:cs typeface="Times New Roman" panose="02020603050405020304" pitchFamily="18" charset="0"/>
                  </a:rPr>
                  <a:t> ) </a:t>
                </a:r>
                <a:r>
                  <a:rPr lang="en-US" dirty="0">
                    <a:solidFill>
                      <a:schemeClr val="accent1"/>
                    </a:solidFill>
                    <a:latin typeface="Times New Roman" panose="02020603050405020304" pitchFamily="18" charset="0"/>
                    <a:cs typeface="Times New Roman" panose="02020603050405020304" pitchFamily="18" charset="0"/>
                  </a:rPr>
                  <a:t>are the fixed-effects parameters for the average trajectory on item k defined by </a:t>
                </a:r>
                <a14:m>
                  <m:oMath xmlns:m="http://schemas.openxmlformats.org/officeDocument/2006/math">
                    <m:sSub>
                      <m:sSubPr>
                        <m:ctrlPr>
                          <a:rPr lang="en-US" b="1" i="1" smtClean="0">
                            <a:solidFill>
                              <a:schemeClr val="tx1"/>
                            </a:solidFill>
                            <a:latin typeface="Cambria Math" panose="02040503050406030204" pitchFamily="18" charset="0"/>
                            <a:cs typeface="Times New Roman" panose="02020603050405020304" pitchFamily="18" charset="0"/>
                          </a:rPr>
                        </m:ctrlPr>
                      </m:sSubPr>
                      <m:e>
                        <m:r>
                          <m:rPr>
                            <m:nor/>
                          </m:rPr>
                          <a:rPr lang="en-US" b="1" dirty="0">
                            <a:solidFill>
                              <a:schemeClr val="tx1"/>
                            </a:solidFill>
                            <a:latin typeface="Times New Roman" panose="02020603050405020304" pitchFamily="18" charset="0"/>
                            <a:cs typeface="Times New Roman" panose="02020603050405020304" pitchFamily="18" charset="0"/>
                          </a:rPr>
                          <m:t>γ</m:t>
                        </m:r>
                      </m:e>
                      <m:sub>
                        <m:r>
                          <a:rPr lang="en-IN" b="1" i="1" smtClean="0">
                            <a:solidFill>
                              <a:schemeClr val="tx1"/>
                            </a:solidFill>
                            <a:latin typeface="Cambria Math" panose="02040503050406030204" pitchFamily="18" charset="0"/>
                            <a:cs typeface="Times New Roman" panose="02020603050405020304" pitchFamily="18" charset="0"/>
                          </a:rPr>
                          <m:t>𝒌</m:t>
                        </m:r>
                      </m:sub>
                    </m:sSub>
                  </m:oMath>
                </a14:m>
                <a:r>
                  <a:rPr lang="en-US" b="1"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b="1" i="1">
                            <a:solidFill>
                              <a:schemeClr val="tx1"/>
                            </a:solidFill>
                            <a:latin typeface="Cambria Math" panose="02040503050406030204" pitchFamily="18" charset="0"/>
                            <a:cs typeface="Times New Roman" panose="02020603050405020304" pitchFamily="18" charset="0"/>
                          </a:rPr>
                        </m:ctrlPr>
                      </m:sSubPr>
                      <m:e>
                        <m:r>
                          <m:rPr>
                            <m:nor/>
                          </m:rPr>
                          <a:rPr lang="en-IN" b="1">
                            <a:solidFill>
                              <a:schemeClr val="tx1"/>
                            </a:solidFill>
                            <a:latin typeface="Cambria Math" panose="02040503050406030204" pitchFamily="18" charset="0"/>
                            <a:cs typeface="Times New Roman" panose="02020603050405020304" pitchFamily="18" charset="0"/>
                          </a:rPr>
                          <m:t>t</m:t>
                        </m:r>
                      </m:e>
                      <m:sub>
                        <m:r>
                          <a:rPr lang="en-IN" b="1" i="1" dirty="0">
                            <a:solidFill>
                              <a:schemeClr val="tx1"/>
                            </a:solidFill>
                            <a:latin typeface="Cambria Math" panose="02040503050406030204" pitchFamily="18" charset="0"/>
                            <a:cs typeface="Times New Roman" panose="02020603050405020304" pitchFamily="18" charset="0"/>
                          </a:rPr>
                          <m:t>𝟎</m:t>
                        </m:r>
                      </m:sub>
                    </m:sSub>
                  </m:oMath>
                </a14:m>
                <a:r>
                  <a:rPr lang="en-US" b="1" dirty="0">
                    <a:solidFill>
                      <a:schemeClr val="tx1"/>
                    </a:solidFill>
                    <a:latin typeface="Times New Roman" panose="02020603050405020304" pitchFamily="18" charset="0"/>
                    <a:cs typeface="Times New Roman" panose="02020603050405020304" pitchFamily="18" charset="0"/>
                  </a:rPr>
                  <a:t>) = </a:t>
                </a:r>
                <a14:m>
                  <m:oMath xmlns:m="http://schemas.openxmlformats.org/officeDocument/2006/math">
                    <m:sSub>
                      <m:sSubPr>
                        <m:ctrlPr>
                          <a:rPr lang="en-US" b="1" i="1">
                            <a:solidFill>
                              <a:schemeClr val="tx1"/>
                            </a:solidFill>
                            <a:latin typeface="Cambria Math" panose="02040503050406030204" pitchFamily="18" charset="0"/>
                            <a:cs typeface="Times New Roman" panose="02020603050405020304" pitchFamily="18" charset="0"/>
                          </a:rPr>
                        </m:ctrlPr>
                      </m:sSubPr>
                      <m:e>
                        <m:r>
                          <m:rPr>
                            <m:nor/>
                          </m:rPr>
                          <a:rPr lang="en-IN" b="1">
                            <a:solidFill>
                              <a:schemeClr val="tx1"/>
                            </a:solidFill>
                            <a:latin typeface="Cambria Math" panose="02040503050406030204" pitchFamily="18" charset="0"/>
                            <a:cs typeface="Times New Roman" panose="02020603050405020304" pitchFamily="18" charset="0"/>
                          </a:rPr>
                          <m:t>p</m:t>
                        </m:r>
                      </m:e>
                      <m:sub>
                        <m:r>
                          <a:rPr lang="en-IN" b="1" i="1">
                            <a:solidFill>
                              <a:schemeClr val="tx1"/>
                            </a:solidFill>
                            <a:latin typeface="Cambria Math" panose="02040503050406030204" pitchFamily="18" charset="0"/>
                            <a:cs typeface="Times New Roman" panose="02020603050405020304" pitchFamily="18" charset="0"/>
                          </a:rPr>
                          <m:t>𝒌</m:t>
                        </m:r>
                      </m:sub>
                    </m:sSub>
                  </m:oMath>
                </a14:m>
                <a:r>
                  <a:rPr lang="en-US" dirty="0">
                    <a:solidFill>
                      <a:schemeClr val="accent1"/>
                    </a:solidFill>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b="1" i="1" smtClean="0">
                            <a:solidFill>
                              <a:schemeClr val="tx1"/>
                            </a:solidFill>
                            <a:latin typeface="Cambria Math" panose="02040503050406030204" pitchFamily="18" charset="0"/>
                            <a:cs typeface="Times New Roman" panose="02020603050405020304" pitchFamily="18" charset="0"/>
                          </a:rPr>
                        </m:ctrlPr>
                      </m:sSubPr>
                      <m:e>
                        <m:r>
                          <m:rPr>
                            <m:nor/>
                          </m:rPr>
                          <a:rPr lang="en-US" b="1" dirty="0">
                            <a:solidFill>
                              <a:schemeClr val="tx1"/>
                            </a:solidFill>
                            <a:latin typeface="Times New Roman" panose="02020603050405020304" pitchFamily="18" charset="0"/>
                            <a:cs typeface="Times New Roman" panose="02020603050405020304" pitchFamily="18" charset="0"/>
                          </a:rPr>
                          <m:t>γ</m:t>
                        </m:r>
                      </m:e>
                      <m:sub>
                        <m:r>
                          <a:rPr lang="en-IN" b="1" i="1" smtClean="0">
                            <a:solidFill>
                              <a:schemeClr val="tx1"/>
                            </a:solidFill>
                            <a:latin typeface="Cambria Math" panose="02040503050406030204" pitchFamily="18" charset="0"/>
                            <a:cs typeface="Times New Roman" panose="02020603050405020304" pitchFamily="18" charset="0"/>
                          </a:rPr>
                          <m:t>𝒌</m:t>
                        </m:r>
                      </m:sub>
                    </m:sSub>
                  </m:oMath>
                </a14:m>
                <a:r>
                  <a:rPr lang="en-US" b="1"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b="1" i="1">
                            <a:solidFill>
                              <a:schemeClr val="tx1"/>
                            </a:solidFill>
                            <a:latin typeface="Cambria Math" panose="02040503050406030204" pitchFamily="18" charset="0"/>
                            <a:cs typeface="Times New Roman" panose="02020603050405020304" pitchFamily="18" charset="0"/>
                          </a:rPr>
                        </m:ctrlPr>
                      </m:sSubPr>
                      <m:e>
                        <m:r>
                          <m:rPr>
                            <m:nor/>
                          </m:rPr>
                          <a:rPr lang="en-IN" b="1">
                            <a:solidFill>
                              <a:schemeClr val="tx1"/>
                            </a:solidFill>
                            <a:latin typeface="Cambria Math" panose="02040503050406030204" pitchFamily="18" charset="0"/>
                            <a:cs typeface="Times New Roman" panose="02020603050405020304" pitchFamily="18" charset="0"/>
                          </a:rPr>
                          <m:t>t</m:t>
                        </m:r>
                      </m:e>
                      <m:sub>
                        <m:r>
                          <a:rPr lang="en-IN" b="1" i="1" dirty="0" smtClean="0">
                            <a:solidFill>
                              <a:schemeClr val="tx1"/>
                            </a:solidFill>
                            <a:latin typeface="Cambria Math" panose="02040503050406030204" pitchFamily="18" charset="0"/>
                            <a:cs typeface="Times New Roman" panose="02020603050405020304" pitchFamily="18" charset="0"/>
                          </a:rPr>
                          <m:t>𝟎</m:t>
                        </m:r>
                      </m:sub>
                    </m:sSub>
                  </m:oMath>
                </a14:m>
                <a:r>
                  <a:rPr lang="en-US" b="1" dirty="0">
                    <a:solidFill>
                      <a:schemeClr val="tx1"/>
                    </a:solidFill>
                    <a:latin typeface="Times New Roman" panose="02020603050405020304" pitchFamily="18" charset="0"/>
                    <a:cs typeface="Times New Roman" panose="02020603050405020304" pitchFamily="18" charset="0"/>
                  </a:rPr>
                  <a:t>) = </a:t>
                </a:r>
                <a14:m>
                  <m:oMath xmlns:m="http://schemas.openxmlformats.org/officeDocument/2006/math">
                    <m:sSub>
                      <m:sSubPr>
                        <m:ctrlPr>
                          <a:rPr lang="en-US" b="1" i="1">
                            <a:solidFill>
                              <a:schemeClr val="tx1"/>
                            </a:solidFill>
                            <a:latin typeface="Cambria Math" panose="02040503050406030204" pitchFamily="18" charset="0"/>
                            <a:cs typeface="Times New Roman" panose="02020603050405020304" pitchFamily="18" charset="0"/>
                          </a:rPr>
                        </m:ctrlPr>
                      </m:sSubPr>
                      <m:e>
                        <m:r>
                          <m:rPr>
                            <m:nor/>
                          </m:rPr>
                          <a:rPr lang="en-IN" b="1">
                            <a:solidFill>
                              <a:schemeClr val="tx1"/>
                            </a:solidFill>
                            <a:latin typeface="Cambria Math" panose="02040503050406030204" pitchFamily="18" charset="0"/>
                            <a:cs typeface="Times New Roman" panose="02020603050405020304" pitchFamily="18" charset="0"/>
                          </a:rPr>
                          <m:t>v</m:t>
                        </m:r>
                      </m:e>
                      <m:sub>
                        <m:r>
                          <a:rPr lang="en-IN" b="1" i="1" smtClean="0">
                            <a:solidFill>
                              <a:schemeClr val="tx1"/>
                            </a:solidFill>
                            <a:latin typeface="Cambria Math" panose="02040503050406030204" pitchFamily="18" charset="0"/>
                            <a:cs typeface="Times New Roman" panose="02020603050405020304" pitchFamily="18" charset="0"/>
                          </a:rPr>
                          <m:t>𝒌</m:t>
                        </m:r>
                      </m:sub>
                    </m:sSub>
                  </m:oMath>
                </a14:m>
                <a:r>
                  <a:rPr lang="en-US" dirty="0">
                    <a:latin typeface="Times New Roman" panose="02020603050405020304" pitchFamily="18" charset="0"/>
                    <a:cs typeface="Times New Roman" panose="02020603050405020304" pitchFamily="18" charset="0"/>
                  </a:rPr>
                  <a:t> </a:t>
                </a:r>
                <a:endParaRPr lang="en-US" dirty="0">
                  <a:solidFill>
                    <a:schemeClr val="accent1"/>
                  </a:solidFill>
                  <a:latin typeface="Times New Roman" panose="02020603050405020304" pitchFamily="18" charset="0"/>
                  <a:cs typeface="Times New Roman" panose="02020603050405020304" pitchFamily="18" charset="0"/>
                </a:endParaRPr>
              </a:p>
              <a:p>
                <a:endParaRPr lang="en-US" dirty="0">
                  <a:solidFill>
                    <a:schemeClr val="accent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b="1"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b="1" i="1" smtClean="0">
                            <a:solidFill>
                              <a:schemeClr val="tx1"/>
                            </a:solidFill>
                            <a:latin typeface="Cambria Math" panose="02040503050406030204" pitchFamily="18" charset="0"/>
                            <a:cs typeface="Times New Roman" panose="02020603050405020304" pitchFamily="18" charset="0"/>
                          </a:rPr>
                        </m:ctrlPr>
                      </m:sSubPr>
                      <m:e>
                        <m:r>
                          <m:rPr>
                            <m:nor/>
                          </m:rPr>
                          <a:rPr lang="en-US" b="1" dirty="0" smtClean="0">
                            <a:solidFill>
                              <a:schemeClr val="tx1"/>
                            </a:solidFill>
                            <a:latin typeface="Times New Roman" panose="02020603050405020304" pitchFamily="18" charset="0"/>
                            <a:cs typeface="Times New Roman" panose="02020603050405020304" pitchFamily="18" charset="0"/>
                          </a:rPr>
                          <m:t>τ</m:t>
                        </m:r>
                      </m:e>
                      <m:sub>
                        <m:r>
                          <a:rPr lang="en-IN" b="1" i="1" dirty="0" smtClean="0">
                            <a:solidFill>
                              <a:schemeClr val="tx1"/>
                            </a:solidFill>
                            <a:latin typeface="Cambria Math" panose="02040503050406030204" pitchFamily="18" charset="0"/>
                            <a:cs typeface="Times New Roman" panose="02020603050405020304" pitchFamily="18" charset="0"/>
                          </a:rPr>
                          <m:t>𝒊</m:t>
                        </m:r>
                      </m:sub>
                    </m:sSub>
                  </m:oMath>
                </a14:m>
                <a:r>
                  <a:rPr lang="en-US" b="1"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b="1" i="1">
                            <a:solidFill>
                              <a:schemeClr val="tx1"/>
                            </a:solidFill>
                            <a:latin typeface="Cambria Math" panose="02040503050406030204" pitchFamily="18" charset="0"/>
                            <a:cs typeface="Times New Roman" panose="02020603050405020304" pitchFamily="18" charset="0"/>
                          </a:rPr>
                        </m:ctrlPr>
                      </m:sSubPr>
                      <m:e>
                        <m:r>
                          <m:rPr>
                            <m:nor/>
                          </m:rPr>
                          <a:rPr lang="en-US" b="1" dirty="0">
                            <a:solidFill>
                              <a:schemeClr val="tx1"/>
                            </a:solidFill>
                            <a:latin typeface="Times New Roman" panose="02020603050405020304" pitchFamily="18" charset="0"/>
                            <a:cs typeface="Times New Roman" panose="02020603050405020304" pitchFamily="18" charset="0"/>
                          </a:rPr>
                          <m:t>ξ</m:t>
                        </m:r>
                      </m:e>
                      <m:sub>
                        <m:r>
                          <a:rPr lang="en-IN" b="1" i="1" dirty="0">
                            <a:solidFill>
                              <a:schemeClr val="tx1"/>
                            </a:solidFill>
                            <a:latin typeface="Cambria Math" panose="02040503050406030204" pitchFamily="18" charset="0"/>
                            <a:cs typeface="Times New Roman" panose="02020603050405020304" pitchFamily="18" charset="0"/>
                          </a:rPr>
                          <m:t>𝒊</m:t>
                        </m:r>
                      </m:sub>
                    </m:sSub>
                  </m:oMath>
                </a14:m>
                <a:r>
                  <a:rPr lang="en-US" b="1"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b="1" i="1">
                            <a:solidFill>
                              <a:schemeClr val="tx1"/>
                            </a:solidFill>
                            <a:latin typeface="Cambria Math" panose="02040503050406030204" pitchFamily="18" charset="0"/>
                            <a:cs typeface="Times New Roman" panose="02020603050405020304" pitchFamily="18" charset="0"/>
                          </a:rPr>
                        </m:ctrlPr>
                      </m:sSubPr>
                      <m:e>
                        <m:r>
                          <m:rPr>
                            <m:nor/>
                          </m:rPr>
                          <a:rPr lang="en-IN" b="1" i="0" dirty="0" smtClean="0">
                            <a:solidFill>
                              <a:schemeClr val="tx1"/>
                            </a:solidFill>
                            <a:latin typeface="Times New Roman" panose="02020603050405020304" pitchFamily="18" charset="0"/>
                            <a:cs typeface="Times New Roman" panose="02020603050405020304" pitchFamily="18" charset="0"/>
                          </a:rPr>
                          <m:t>w</m:t>
                        </m:r>
                      </m:e>
                      <m:sub>
                        <m:r>
                          <a:rPr lang="en-IN" b="1" i="1" dirty="0">
                            <a:solidFill>
                              <a:schemeClr val="tx1"/>
                            </a:solidFill>
                            <a:latin typeface="Cambria Math" panose="02040503050406030204" pitchFamily="18" charset="0"/>
                            <a:cs typeface="Times New Roman" panose="02020603050405020304" pitchFamily="18" charset="0"/>
                          </a:rPr>
                          <m:t>𝒊</m:t>
                        </m:r>
                        <m:r>
                          <a:rPr lang="en-IN" b="1" i="1" dirty="0" smtClean="0">
                            <a:solidFill>
                              <a:schemeClr val="tx1"/>
                            </a:solidFill>
                            <a:latin typeface="Cambria Math" panose="02040503050406030204" pitchFamily="18" charset="0"/>
                            <a:cs typeface="Times New Roman" panose="02020603050405020304" pitchFamily="18" charset="0"/>
                          </a:rPr>
                          <m:t>𝒌</m:t>
                        </m:r>
                      </m:sub>
                    </m:sSub>
                  </m:oMath>
                </a14:m>
                <a:r>
                  <a:rPr lang="en-US" b="1" dirty="0">
                    <a:solidFill>
                      <a:schemeClr val="tx1"/>
                    </a:solidFill>
                    <a:latin typeface="Times New Roman" panose="02020603050405020304" pitchFamily="18" charset="0"/>
                    <a:cs typeface="Times New Roman" panose="02020603050405020304" pitchFamily="18" charset="0"/>
                  </a:rPr>
                  <a:t>)</a:t>
                </a:r>
                <a:r>
                  <a:rPr lang="en-US" dirty="0">
                    <a:solidFill>
                      <a:schemeClr val="accent1"/>
                    </a:solidFill>
                    <a:latin typeface="Times New Roman" panose="02020603050405020304" pitchFamily="18" charset="0"/>
                    <a:cs typeface="Times New Roman" panose="02020603050405020304" pitchFamily="18" charset="0"/>
                  </a:rPr>
                  <a:t> constitute the random effects</a:t>
                </a:r>
              </a:p>
              <a:p>
                <a:endParaRPr lang="en-US" dirty="0">
                  <a:solidFill>
                    <a:schemeClr val="accent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dirty="0">
                    <a:solidFill>
                      <a:schemeClr val="accent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b="1" i="1" smtClean="0">
                            <a:solidFill>
                              <a:schemeClr val="tx1"/>
                            </a:solidFill>
                            <a:latin typeface="Cambria Math" panose="02040503050406030204" pitchFamily="18" charset="0"/>
                            <a:cs typeface="Times New Roman" panose="02020603050405020304" pitchFamily="18" charset="0"/>
                          </a:rPr>
                        </m:ctrlPr>
                      </m:sSubPr>
                      <m:e>
                        <m:r>
                          <m:rPr>
                            <m:nor/>
                          </m:rPr>
                          <a:rPr lang="en-US" b="1" dirty="0">
                            <a:solidFill>
                              <a:schemeClr val="tx1"/>
                            </a:solidFill>
                            <a:latin typeface="Times New Roman" panose="02020603050405020304" pitchFamily="18" charset="0"/>
                            <a:cs typeface="Times New Roman" panose="02020603050405020304" pitchFamily="18" charset="0"/>
                          </a:rPr>
                          <m:t>ξ</m:t>
                        </m:r>
                      </m:e>
                      <m:sub>
                        <m:r>
                          <a:rPr lang="en-IN" b="1" i="1" dirty="0">
                            <a:solidFill>
                              <a:schemeClr val="tx1"/>
                            </a:solidFill>
                            <a:latin typeface="Cambria Math" panose="02040503050406030204" pitchFamily="18" charset="0"/>
                            <a:cs typeface="Times New Roman" panose="02020603050405020304" pitchFamily="18" charset="0"/>
                          </a:rPr>
                          <m:t>𝒊</m:t>
                        </m:r>
                      </m:sub>
                    </m:sSub>
                  </m:oMath>
                </a14:m>
                <a:r>
                  <a:rPr lang="en-US" dirty="0">
                    <a:solidFill>
                      <a:schemeClr val="accent1"/>
                    </a:solidFill>
                    <a:latin typeface="Times New Roman" panose="02020603050405020304" pitchFamily="18" charset="0"/>
                    <a:cs typeface="Times New Roman" panose="02020603050405020304" pitchFamily="18" charset="0"/>
                  </a:rPr>
                  <a:t> being the log-acceleration </a:t>
                </a:r>
              </a:p>
              <a:p>
                <a:endParaRPr lang="en-US" dirty="0">
                  <a:solidFill>
                    <a:schemeClr val="accent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14:m>
                  <m:oMath xmlns:m="http://schemas.openxmlformats.org/officeDocument/2006/math">
                    <m:sSub>
                      <m:sSubPr>
                        <m:ctrlPr>
                          <a:rPr lang="en-US" b="1" i="1" smtClean="0">
                            <a:solidFill>
                              <a:schemeClr val="tx1"/>
                            </a:solidFill>
                            <a:latin typeface="Cambria Math" panose="02040503050406030204" pitchFamily="18" charset="0"/>
                            <a:cs typeface="Times New Roman" panose="02020603050405020304" pitchFamily="18" charset="0"/>
                          </a:rPr>
                        </m:ctrlPr>
                      </m:sSubPr>
                      <m:e>
                        <m:r>
                          <m:rPr>
                            <m:nor/>
                          </m:rPr>
                          <a:rPr lang="en-US" b="1" dirty="0" smtClean="0">
                            <a:solidFill>
                              <a:schemeClr val="tx1"/>
                            </a:solidFill>
                            <a:latin typeface="Times New Roman" panose="02020603050405020304" pitchFamily="18" charset="0"/>
                            <a:cs typeface="Times New Roman" panose="02020603050405020304" pitchFamily="18" charset="0"/>
                          </a:rPr>
                          <m:t>τ</m:t>
                        </m:r>
                      </m:e>
                      <m:sub>
                        <m:r>
                          <a:rPr lang="en-IN" b="1" i="1" dirty="0" smtClean="0">
                            <a:solidFill>
                              <a:schemeClr val="tx1"/>
                            </a:solidFill>
                            <a:latin typeface="Cambria Math" panose="02040503050406030204" pitchFamily="18" charset="0"/>
                            <a:cs typeface="Times New Roman" panose="02020603050405020304" pitchFamily="18" charset="0"/>
                          </a:rPr>
                          <m:t>𝒊</m:t>
                        </m:r>
                      </m:sub>
                    </m:sSub>
                  </m:oMath>
                </a14:m>
                <a:r>
                  <a:rPr lang="en-US" dirty="0">
                    <a:solidFill>
                      <a:schemeClr val="accent1"/>
                    </a:solidFill>
                    <a:latin typeface="Times New Roman" panose="02020603050405020304" pitchFamily="18" charset="0"/>
                    <a:cs typeface="Times New Roman" panose="02020603050405020304" pitchFamily="18" charset="0"/>
                  </a:rPr>
                  <a:t> the time-shift both modulating the individual disease timeline while </a:t>
                </a:r>
                <a14:m>
                  <m:oMath xmlns:m="http://schemas.openxmlformats.org/officeDocument/2006/math">
                    <m:sSub>
                      <m:sSubPr>
                        <m:ctrlPr>
                          <a:rPr lang="en-US" b="1" i="1">
                            <a:latin typeface="Cambria Math" panose="02040503050406030204" pitchFamily="18" charset="0"/>
                            <a:cs typeface="Times New Roman" panose="02020603050405020304" pitchFamily="18" charset="0"/>
                          </a:rPr>
                        </m:ctrlPr>
                      </m:sSubPr>
                      <m:e>
                        <m:r>
                          <m:rPr>
                            <m:nor/>
                          </m:rPr>
                          <a:rPr lang="en-IN" b="1" dirty="0">
                            <a:latin typeface="Times New Roman" panose="02020603050405020304" pitchFamily="18" charset="0"/>
                            <a:cs typeface="Times New Roman" panose="02020603050405020304" pitchFamily="18" charset="0"/>
                          </a:rPr>
                          <m:t>w</m:t>
                        </m:r>
                      </m:e>
                      <m:sub>
                        <m:r>
                          <a:rPr lang="en-IN" b="1" i="1" dirty="0">
                            <a:latin typeface="Cambria Math" panose="02040503050406030204" pitchFamily="18" charset="0"/>
                            <a:cs typeface="Times New Roman" panose="02020603050405020304" pitchFamily="18" charset="0"/>
                          </a:rPr>
                          <m:t>𝒊𝒌</m:t>
                        </m:r>
                      </m:sub>
                    </m:sSub>
                  </m:oMath>
                </a14:m>
                <a:r>
                  <a:rPr lang="en-IN" dirty="0">
                    <a:solidFill>
                      <a:schemeClr val="accent1"/>
                    </a:solidFill>
                    <a:latin typeface="Times New Roman" panose="02020603050405020304" pitchFamily="18" charset="0"/>
                    <a:cs typeface="Times New Roman" panose="02020603050405020304" pitchFamily="18" charset="0"/>
                  </a:rPr>
                  <a:t> is the space shift parameter</a:t>
                </a:r>
              </a:p>
            </p:txBody>
          </p:sp>
        </mc:Choice>
        <mc:Fallback xmlns="">
          <p:sp>
            <p:nvSpPr>
              <p:cNvPr id="9" name="TextBox 8">
                <a:extLst>
                  <a:ext uri="{FF2B5EF4-FFF2-40B4-BE49-F238E27FC236}">
                    <a16:creationId xmlns:a16="http://schemas.microsoft.com/office/drawing/2014/main" id="{4F08B728-D28A-F721-2704-00DE0449C86B}"/>
                  </a:ext>
                </a:extLst>
              </p:cNvPr>
              <p:cNvSpPr txBox="1">
                <a:spLocks noRot="1" noChangeAspect="1" noMove="1" noResize="1" noEditPoints="1" noAdjustHandles="1" noChangeArrowheads="1" noChangeShapeType="1" noTextEdit="1"/>
              </p:cNvSpPr>
              <p:nvPr/>
            </p:nvSpPr>
            <p:spPr>
              <a:xfrm>
                <a:off x="525517" y="3105834"/>
                <a:ext cx="9511861" cy="2585323"/>
              </a:xfrm>
              <a:prstGeom prst="rect">
                <a:avLst/>
              </a:prstGeom>
              <a:blipFill>
                <a:blip r:embed="rId4"/>
                <a:stretch>
                  <a:fillRect l="-384" t="-1176" b="-2588"/>
                </a:stretch>
              </a:blipFill>
            </p:spPr>
            <p:txBody>
              <a:bodyPr/>
              <a:lstStyle/>
              <a:p>
                <a:r>
                  <a:rPr lang="en-IN">
                    <a:noFill/>
                  </a:rPr>
                  <a:t> </a:t>
                </a:r>
              </a:p>
            </p:txBody>
          </p:sp>
        </mc:Fallback>
      </mc:AlternateContent>
    </p:spTree>
    <p:extLst>
      <p:ext uri="{BB962C8B-B14F-4D97-AF65-F5344CB8AC3E}">
        <p14:creationId xmlns:p14="http://schemas.microsoft.com/office/powerpoint/2010/main" val="31379329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2496066" y="840259"/>
            <a:ext cx="184731" cy="369332"/>
          </a:xfrm>
          <a:prstGeom prst="rect">
            <a:avLst/>
          </a:prstGeom>
          <a:noFill/>
        </p:spPr>
        <p:txBody>
          <a:bodyPr wrap="none" rtlCol="0">
            <a:spAutoFit/>
          </a:bodyPr>
          <a:lstStyle/>
          <a:p>
            <a:pPr defTabSz="609585"/>
            <a:endParaRPr lang="en-US" dirty="0">
              <a:solidFill>
                <a:prstClr val="black"/>
              </a:solidFill>
              <a:latin typeface="Calibri"/>
            </a:endParaRPr>
          </a:p>
        </p:txBody>
      </p:sp>
      <p:sp>
        <p:nvSpPr>
          <p:cNvPr id="16" name="TextBox 37"/>
          <p:cNvSpPr txBox="1"/>
          <p:nvPr/>
        </p:nvSpPr>
        <p:spPr>
          <a:xfrm>
            <a:off x="3728495" y="1577745"/>
            <a:ext cx="4106447" cy="369332"/>
          </a:xfrm>
          <a:prstGeom prst="rect">
            <a:avLst/>
          </a:prstGeom>
          <a:noFill/>
        </p:spPr>
        <p:txBody>
          <a:bodyPr wrap="square" rtlCol="0">
            <a:spAutoFit/>
          </a:bodyPr>
          <a:lstStyle/>
          <a:p>
            <a:pPr algn="ctr" defTabSz="609585"/>
            <a:r>
              <a:rPr lang="en-US" b="1" dirty="0">
                <a:solidFill>
                  <a:prstClr val="black"/>
                </a:solidFill>
                <a:latin typeface="Times New Roman" panose="02020603050405020304" pitchFamily="18" charset="0"/>
                <a:cs typeface="Times New Roman" panose="02020603050405020304" pitchFamily="18" charset="0"/>
              </a:rPr>
              <a:t>The average trajectory of data changes</a:t>
            </a:r>
          </a:p>
        </p:txBody>
      </p:sp>
      <p:grpSp>
        <p:nvGrpSpPr>
          <p:cNvPr id="17" name="Group 9"/>
          <p:cNvGrpSpPr>
            <a:grpSpLocks noChangeAspect="1"/>
          </p:cNvGrpSpPr>
          <p:nvPr/>
        </p:nvGrpSpPr>
        <p:grpSpPr>
          <a:xfrm>
            <a:off x="2914998" y="2216858"/>
            <a:ext cx="5580517" cy="4069475"/>
            <a:chOff x="127843" y="1512461"/>
            <a:chExt cx="4188298" cy="3758256"/>
          </a:xfrm>
        </p:grpSpPr>
        <p:pic>
          <p:nvPicPr>
            <p:cNvPr id="1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960" y="1512461"/>
              <a:ext cx="3977181" cy="311636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843" y="1976146"/>
              <a:ext cx="134478" cy="2247701"/>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2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9265" y="4705398"/>
              <a:ext cx="1161479" cy="15092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21"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7534" y="4950560"/>
              <a:ext cx="922732" cy="14763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22"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71800" y="4931080"/>
              <a:ext cx="1080120" cy="17439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23"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71800" y="5105473"/>
              <a:ext cx="826218" cy="16524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24"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87534" y="5105473"/>
              <a:ext cx="1429137" cy="14763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grpSp>
      <p:sp>
        <p:nvSpPr>
          <p:cNvPr id="2" name="Espace réservé du numéro de diapositive 1">
            <a:extLst>
              <a:ext uri="{FF2B5EF4-FFF2-40B4-BE49-F238E27FC236}">
                <a16:creationId xmlns:a16="http://schemas.microsoft.com/office/drawing/2014/main" id="{47F2B9AA-E76A-C399-6945-6CE7085F458E}"/>
              </a:ext>
            </a:extLst>
          </p:cNvPr>
          <p:cNvSpPr>
            <a:spLocks noGrp="1"/>
          </p:cNvSpPr>
          <p:nvPr>
            <p:ph type="sldNum" sz="quarter" idx="12"/>
          </p:nvPr>
        </p:nvSpPr>
        <p:spPr>
          <a:xfrm>
            <a:off x="8737600" y="6356352"/>
            <a:ext cx="2844800" cy="365125"/>
          </a:xfrm>
        </p:spPr>
        <p:txBody>
          <a:bodyPr/>
          <a:lstStyle/>
          <a:p>
            <a:pPr defTabSz="609585"/>
            <a:fld id="{B6E69D5D-3C54-E347-B3D4-70BDFA7C6521}" type="slidenum">
              <a:rPr lang="fr-FR">
                <a:solidFill>
                  <a:prstClr val="black">
                    <a:tint val="75000"/>
                  </a:prstClr>
                </a:solidFill>
                <a:latin typeface="Calibri"/>
              </a:rPr>
              <a:pPr defTabSz="609585"/>
              <a:t>19</a:t>
            </a:fld>
            <a:endParaRPr lang="fr-FR">
              <a:solidFill>
                <a:prstClr val="black">
                  <a:tint val="75000"/>
                </a:prstClr>
              </a:solidFill>
              <a:latin typeface="Calibri"/>
            </a:endParaRPr>
          </a:p>
        </p:txBody>
      </p:sp>
      <p:sp>
        <p:nvSpPr>
          <p:cNvPr id="3" name="Title 1">
            <a:extLst>
              <a:ext uri="{FF2B5EF4-FFF2-40B4-BE49-F238E27FC236}">
                <a16:creationId xmlns:a16="http://schemas.microsoft.com/office/drawing/2014/main" id="{0B5AAB57-52D1-6BEC-13F4-018B0E6C301B}"/>
              </a:ext>
            </a:extLst>
          </p:cNvPr>
          <p:cNvSpPr txBox="1">
            <a:spLocks/>
          </p:cNvSpPr>
          <p:nvPr/>
        </p:nvSpPr>
        <p:spPr>
          <a:xfrm>
            <a:off x="760610" y="235244"/>
            <a:ext cx="10772775" cy="1657350"/>
          </a:xfrm>
          <a:prstGeom prst="rect">
            <a:avLst/>
          </a:prstGeom>
        </p:spPr>
        <p:txBody>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r>
              <a:rPr lang="en-US" sz="4400" b="1" dirty="0">
                <a:solidFill>
                  <a:schemeClr val="accent5"/>
                </a:solidFill>
                <a:latin typeface="Times New Roman" panose="02020603050405020304" pitchFamily="18" charset="0"/>
                <a:cs typeface="Times New Roman" panose="02020603050405020304" pitchFamily="18" charset="0"/>
              </a:rPr>
              <a:t>Model of cognitive decline in Alzheimer’s disease</a:t>
            </a:r>
          </a:p>
        </p:txBody>
      </p:sp>
    </p:spTree>
    <p:extLst>
      <p:ext uri="{BB962C8B-B14F-4D97-AF65-F5344CB8AC3E}">
        <p14:creationId xmlns:p14="http://schemas.microsoft.com/office/powerpoint/2010/main" val="932585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51853B0C-3E37-CF4A-872A-BEC7F4C495AC}"/>
              </a:ext>
            </a:extLst>
          </p:cNvPr>
          <p:cNvSpPr>
            <a:spLocks noGrp="1"/>
          </p:cNvSpPr>
          <p:nvPr>
            <p:ph type="sldNum" sz="quarter" idx="12"/>
          </p:nvPr>
        </p:nvSpPr>
        <p:spPr/>
        <p:txBody>
          <a:bodyPr/>
          <a:lstStyle/>
          <a:p>
            <a:fld id="{5870DCD9-4C62-064A-8D36-1100C85C30D4}" type="slidenum">
              <a:rPr lang="en-FR" smtClean="0"/>
              <a:t>20</a:t>
            </a:fld>
            <a:endParaRPr lang="en-FR"/>
          </a:p>
        </p:txBody>
      </p:sp>
      <p:sp>
        <p:nvSpPr>
          <p:cNvPr id="19" name="Rectangle 18">
            <a:extLst>
              <a:ext uri="{FF2B5EF4-FFF2-40B4-BE49-F238E27FC236}">
                <a16:creationId xmlns:a16="http://schemas.microsoft.com/office/drawing/2014/main" id="{8150133D-0467-8B4A-A18C-B20456BD9F69}"/>
              </a:ext>
            </a:extLst>
          </p:cNvPr>
          <p:cNvSpPr/>
          <p:nvPr/>
        </p:nvSpPr>
        <p:spPr>
          <a:xfrm>
            <a:off x="1987192" y="5453157"/>
            <a:ext cx="3993909" cy="1200329"/>
          </a:xfrm>
          <a:prstGeom prst="rect">
            <a:avLst/>
          </a:prstGeom>
        </p:spPr>
        <p:txBody>
          <a:bodyPr wrap="square">
            <a:spAutoFit/>
          </a:bodyPr>
          <a:lstStyle/>
          <a:p>
            <a:pPr algn="ctr" defTabSz="914377">
              <a:defRPr/>
            </a:pPr>
            <a:r>
              <a:rPr lang="fr-FR" altLang="x-none" sz="2400" dirty="0" err="1">
                <a:latin typeface="Times New Roman" panose="02020603050405020304" pitchFamily="18" charset="0"/>
                <a:ea typeface="ＭＳ Ｐゴシック" charset="-128"/>
                <a:cs typeface="Times New Roman" panose="02020603050405020304" pitchFamily="18" charset="0"/>
              </a:rPr>
              <a:t>We</a:t>
            </a:r>
            <a:r>
              <a:rPr lang="fr-FR" altLang="x-none" sz="2400" dirty="0">
                <a:latin typeface="Times New Roman" panose="02020603050405020304" pitchFamily="18" charset="0"/>
                <a:ea typeface="ＭＳ Ｐゴシック" charset="-128"/>
                <a:cs typeface="Times New Roman" panose="02020603050405020304" pitchFamily="18" charset="0"/>
              </a:rPr>
              <a:t> </a:t>
            </a:r>
            <a:r>
              <a:rPr lang="fr-FR" altLang="x-none" sz="2400" dirty="0" err="1">
                <a:latin typeface="Times New Roman" panose="02020603050405020304" pitchFamily="18" charset="0"/>
                <a:ea typeface="ＭＳ Ｐゴシック" charset="-128"/>
                <a:cs typeface="Times New Roman" panose="02020603050405020304" pitchFamily="18" charset="0"/>
              </a:rPr>
              <a:t>learn</a:t>
            </a:r>
            <a:r>
              <a:rPr lang="fr-FR" altLang="x-none" sz="2400" dirty="0">
                <a:latin typeface="Times New Roman" panose="02020603050405020304" pitchFamily="18" charset="0"/>
                <a:ea typeface="ＭＳ Ｐゴシック" charset="-128"/>
                <a:cs typeface="Times New Roman" panose="02020603050405020304" pitchFamily="18" charset="0"/>
              </a:rPr>
              <a:t> the distribution of </a:t>
            </a:r>
            <a:r>
              <a:rPr lang="fr-FR" altLang="x-none" sz="2400" dirty="0" err="1">
                <a:latin typeface="Times New Roman" panose="02020603050405020304" pitchFamily="18" charset="0"/>
                <a:ea typeface="ＭＳ Ｐゴシック" charset="-128"/>
                <a:cs typeface="Times New Roman" panose="02020603050405020304" pitchFamily="18" charset="0"/>
              </a:rPr>
              <a:t>parameters</a:t>
            </a:r>
            <a:r>
              <a:rPr lang="fr-FR" altLang="x-none" sz="2400" dirty="0">
                <a:latin typeface="Times New Roman" panose="02020603050405020304" pitchFamily="18" charset="0"/>
                <a:ea typeface="ＭＳ Ｐゴシック" charset="-128"/>
                <a:cs typeface="Times New Roman" panose="02020603050405020304" pitchFamily="18" charset="0"/>
              </a:rPr>
              <a:t> </a:t>
            </a:r>
            <a:r>
              <a:rPr lang="fr-FR" altLang="x-none" sz="2400" dirty="0" err="1">
                <a:latin typeface="Times New Roman" panose="02020603050405020304" pitchFamily="18" charset="0"/>
                <a:ea typeface="ＭＳ Ｐゴシック" charset="-128"/>
                <a:cs typeface="Times New Roman" panose="02020603050405020304" pitchFamily="18" charset="0"/>
              </a:rPr>
              <a:t>generating</a:t>
            </a:r>
            <a:r>
              <a:rPr lang="fr-FR" altLang="x-none" sz="2400" dirty="0">
                <a:latin typeface="Times New Roman" panose="02020603050405020304" pitchFamily="18" charset="0"/>
                <a:ea typeface="ＭＳ Ｐゴシック" charset="-128"/>
                <a:cs typeface="Times New Roman" panose="02020603050405020304" pitchFamily="18" charset="0"/>
              </a:rPr>
              <a:t> </a:t>
            </a:r>
            <a:r>
              <a:rPr lang="fr-FR" altLang="x-none" sz="2400" dirty="0" err="1">
                <a:latin typeface="Times New Roman" panose="02020603050405020304" pitchFamily="18" charset="0"/>
                <a:ea typeface="ＭＳ Ｐゴシック" charset="-128"/>
                <a:cs typeface="Times New Roman" panose="02020603050405020304" pitchFamily="18" charset="0"/>
              </a:rPr>
              <a:t>disease</a:t>
            </a:r>
            <a:r>
              <a:rPr lang="fr-FR" altLang="x-none" sz="2400" dirty="0">
                <a:latin typeface="Times New Roman" panose="02020603050405020304" pitchFamily="18" charset="0"/>
                <a:ea typeface="ＭＳ Ｐゴシック" charset="-128"/>
                <a:cs typeface="Times New Roman" panose="02020603050405020304" pitchFamily="18" charset="0"/>
              </a:rPr>
              <a:t> </a:t>
            </a:r>
            <a:r>
              <a:rPr lang="fr-FR" altLang="x-none" sz="2400" dirty="0" err="1">
                <a:latin typeface="Times New Roman" panose="02020603050405020304" pitchFamily="18" charset="0"/>
                <a:ea typeface="ＭＳ Ｐゴシック" charset="-128"/>
                <a:cs typeface="Times New Roman" panose="02020603050405020304" pitchFamily="18" charset="0"/>
              </a:rPr>
              <a:t>trajectories</a:t>
            </a:r>
            <a:endParaRPr lang="fr-FR" altLang="x-none" sz="2400" dirty="0">
              <a:latin typeface="Times New Roman" panose="02020603050405020304" pitchFamily="18" charset="0"/>
              <a:ea typeface="ＭＳ Ｐゴシック" charset="-128"/>
              <a:cs typeface="Times New Roman" panose="02020603050405020304" pitchFamily="18" charset="0"/>
            </a:endParaRPr>
          </a:p>
        </p:txBody>
      </p:sp>
      <p:pic>
        <p:nvPicPr>
          <p:cNvPr id="3" name="digital-brain-1" descr="digital-brain-1">
            <a:hlinkClick r:id="" action="ppaction://media"/>
            <a:extLst>
              <a:ext uri="{FF2B5EF4-FFF2-40B4-BE49-F238E27FC236}">
                <a16:creationId xmlns:a16="http://schemas.microsoft.com/office/drawing/2014/main" id="{E6ADD4C2-5E2F-9641-916A-3E2BDB2B885C}"/>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5"/>
          <a:srcRect l="1216" t="2" r="2013" b="32807"/>
          <a:stretch/>
        </p:blipFill>
        <p:spPr>
          <a:xfrm>
            <a:off x="0" y="1561638"/>
            <a:ext cx="9696483" cy="3846539"/>
          </a:xfrm>
          <a:prstGeom prst="rect">
            <a:avLst/>
          </a:prstGeom>
        </p:spPr>
      </p:pic>
      <p:sp>
        <p:nvSpPr>
          <p:cNvPr id="20" name="Rectangle 19">
            <a:extLst>
              <a:ext uri="{FF2B5EF4-FFF2-40B4-BE49-F238E27FC236}">
                <a16:creationId xmlns:a16="http://schemas.microsoft.com/office/drawing/2014/main" id="{11292112-86ED-6F4D-9EAE-0FAA516F1BF8}"/>
              </a:ext>
            </a:extLst>
          </p:cNvPr>
          <p:cNvSpPr/>
          <p:nvPr/>
        </p:nvSpPr>
        <p:spPr>
          <a:xfrm>
            <a:off x="9499461" y="1224458"/>
            <a:ext cx="2692540" cy="461665"/>
          </a:xfrm>
          <a:prstGeom prst="rect">
            <a:avLst/>
          </a:prstGeom>
        </p:spPr>
        <p:txBody>
          <a:bodyPr wrap="square">
            <a:spAutoFit/>
          </a:bodyPr>
          <a:lstStyle/>
          <a:p>
            <a:pPr algn="ctr" defTabSz="914377">
              <a:defRPr/>
            </a:pPr>
            <a:r>
              <a:rPr lang="fr-FR" altLang="x-none" sz="2400" b="1" dirty="0" err="1">
                <a:ea typeface="ＭＳ Ｐゴシック" charset="-128"/>
              </a:rPr>
              <a:t>adjusting</a:t>
            </a:r>
            <a:r>
              <a:rPr lang="fr-FR" altLang="x-none" sz="2400" b="1" dirty="0">
                <a:ea typeface="ＭＳ Ｐゴシック" charset="-128"/>
              </a:rPr>
              <a:t> for:</a:t>
            </a:r>
            <a:endParaRPr lang="en-FR" sz="2400" b="1" dirty="0"/>
          </a:p>
        </p:txBody>
      </p:sp>
      <p:sp>
        <p:nvSpPr>
          <p:cNvPr id="21" name="Rectangle 20">
            <a:extLst>
              <a:ext uri="{FF2B5EF4-FFF2-40B4-BE49-F238E27FC236}">
                <a16:creationId xmlns:a16="http://schemas.microsoft.com/office/drawing/2014/main" id="{5D63778D-0A13-7341-8AEE-9D3302AB044B}"/>
              </a:ext>
            </a:extLst>
          </p:cNvPr>
          <p:cNvSpPr/>
          <p:nvPr/>
        </p:nvSpPr>
        <p:spPr>
          <a:xfrm>
            <a:off x="9696485" y="1740420"/>
            <a:ext cx="2692540" cy="461665"/>
          </a:xfrm>
          <a:prstGeom prst="rect">
            <a:avLst/>
          </a:prstGeom>
        </p:spPr>
        <p:txBody>
          <a:bodyPr wrap="square">
            <a:spAutoFit/>
          </a:bodyPr>
          <a:lstStyle/>
          <a:p>
            <a:pPr defTabSz="914377">
              <a:defRPr/>
            </a:pPr>
            <a:r>
              <a:rPr lang="fr-FR" altLang="x-none" sz="2400" dirty="0" err="1">
                <a:latin typeface="Times New Roman" panose="02020603050405020304" pitchFamily="18" charset="0"/>
                <a:ea typeface="ＭＳ Ｐゴシック" charset="-128"/>
                <a:cs typeface="Times New Roman" panose="02020603050405020304" pitchFamily="18" charset="0"/>
              </a:rPr>
              <a:t>age</a:t>
            </a:r>
            <a:r>
              <a:rPr lang="fr-FR" altLang="x-none" sz="2400" dirty="0">
                <a:latin typeface="Times New Roman" panose="02020603050405020304" pitchFamily="18" charset="0"/>
                <a:ea typeface="ＭＳ Ｐゴシック" charset="-128"/>
                <a:cs typeface="Times New Roman" panose="02020603050405020304" pitchFamily="18" charset="0"/>
              </a:rPr>
              <a:t> at </a:t>
            </a:r>
            <a:r>
              <a:rPr lang="fr-FR" altLang="x-none" sz="2400" dirty="0" err="1">
                <a:latin typeface="Times New Roman" panose="02020603050405020304" pitchFamily="18" charset="0"/>
                <a:ea typeface="ＭＳ Ｐゴシック" charset="-128"/>
                <a:cs typeface="Times New Roman" panose="02020603050405020304" pitchFamily="18" charset="0"/>
              </a:rPr>
              <a:t>onset</a:t>
            </a:r>
            <a:endParaRPr lang="en-FR" sz="2400" dirty="0">
              <a:latin typeface="Times New Roman" panose="02020603050405020304" pitchFamily="18" charset="0"/>
              <a:cs typeface="Times New Roman" panose="02020603050405020304" pitchFamily="18" charset="0"/>
            </a:endParaRPr>
          </a:p>
        </p:txBody>
      </p:sp>
      <p:sp>
        <p:nvSpPr>
          <p:cNvPr id="22" name="Rectangle 21">
            <a:extLst>
              <a:ext uri="{FF2B5EF4-FFF2-40B4-BE49-F238E27FC236}">
                <a16:creationId xmlns:a16="http://schemas.microsoft.com/office/drawing/2014/main" id="{AA73AE83-49BC-E540-A33D-D583D08EA12A}"/>
              </a:ext>
            </a:extLst>
          </p:cNvPr>
          <p:cNvSpPr/>
          <p:nvPr/>
        </p:nvSpPr>
        <p:spPr>
          <a:xfrm>
            <a:off x="9696485" y="2463186"/>
            <a:ext cx="2692540" cy="461665"/>
          </a:xfrm>
          <a:prstGeom prst="rect">
            <a:avLst/>
          </a:prstGeom>
        </p:spPr>
        <p:txBody>
          <a:bodyPr wrap="square">
            <a:spAutoFit/>
          </a:bodyPr>
          <a:lstStyle/>
          <a:p>
            <a:pPr defTabSz="914377">
              <a:defRPr/>
            </a:pPr>
            <a:r>
              <a:rPr lang="fr-FR" altLang="x-none" sz="2400" dirty="0">
                <a:latin typeface="Times New Roman" panose="02020603050405020304" pitchFamily="18" charset="0"/>
                <a:ea typeface="ＭＳ Ｐゴシック" charset="-128"/>
                <a:cs typeface="Times New Roman" panose="02020603050405020304" pitchFamily="18" charset="0"/>
              </a:rPr>
              <a:t>pace of progression</a:t>
            </a:r>
            <a:endParaRPr lang="en-FR" sz="2400" dirty="0">
              <a:latin typeface="Times New Roman" panose="02020603050405020304" pitchFamily="18" charset="0"/>
              <a:cs typeface="Times New Roman" panose="02020603050405020304" pitchFamily="18" charset="0"/>
            </a:endParaRPr>
          </a:p>
        </p:txBody>
      </p:sp>
      <p:sp>
        <p:nvSpPr>
          <p:cNvPr id="23" name="Rectangle 22">
            <a:extLst>
              <a:ext uri="{FF2B5EF4-FFF2-40B4-BE49-F238E27FC236}">
                <a16:creationId xmlns:a16="http://schemas.microsoft.com/office/drawing/2014/main" id="{BFB1353F-5241-CC48-A166-F9D6466BDA30}"/>
              </a:ext>
            </a:extLst>
          </p:cNvPr>
          <p:cNvSpPr/>
          <p:nvPr/>
        </p:nvSpPr>
        <p:spPr>
          <a:xfrm>
            <a:off x="9696483" y="3046694"/>
            <a:ext cx="2692540" cy="2308324"/>
          </a:xfrm>
          <a:prstGeom prst="rect">
            <a:avLst/>
          </a:prstGeom>
        </p:spPr>
        <p:txBody>
          <a:bodyPr wrap="square">
            <a:spAutoFit/>
          </a:bodyPr>
          <a:lstStyle/>
          <a:p>
            <a:pPr defTabSz="914377">
              <a:defRPr/>
            </a:pPr>
            <a:r>
              <a:rPr lang="fr-FR" altLang="x-none" sz="2400" dirty="0" err="1">
                <a:latin typeface="Times New Roman" panose="02020603050405020304" pitchFamily="18" charset="0"/>
                <a:ea typeface="ＭＳ Ｐゴシック" charset="-128"/>
                <a:cs typeface="Times New Roman" panose="02020603050405020304" pitchFamily="18" charset="0"/>
              </a:rPr>
              <a:t>disease</a:t>
            </a:r>
            <a:r>
              <a:rPr lang="fr-FR" altLang="x-none" sz="2400" dirty="0">
                <a:latin typeface="Times New Roman" panose="02020603050405020304" pitchFamily="18" charset="0"/>
                <a:ea typeface="ＭＳ Ｐゴシック" charset="-128"/>
                <a:cs typeface="Times New Roman" panose="02020603050405020304" pitchFamily="18" charset="0"/>
              </a:rPr>
              <a:t> </a:t>
            </a:r>
            <a:r>
              <a:rPr lang="fr-FR" altLang="x-none" sz="2400" dirty="0" err="1">
                <a:latin typeface="Times New Roman" panose="02020603050405020304" pitchFamily="18" charset="0"/>
                <a:ea typeface="ＭＳ Ｐゴシック" charset="-128"/>
                <a:cs typeface="Times New Roman" panose="02020603050405020304" pitchFamily="18" charset="0"/>
              </a:rPr>
              <a:t>presentation</a:t>
            </a:r>
            <a:r>
              <a:rPr lang="fr-FR" altLang="x-none" sz="2400" dirty="0">
                <a:ea typeface="ＭＳ Ｐゴシック" charset="-128"/>
              </a:rPr>
              <a:t>, i.e. </a:t>
            </a:r>
          </a:p>
          <a:p>
            <a:pPr marL="380990" indent="-380990" defTabSz="914377">
              <a:buFontTx/>
              <a:buChar char="-"/>
              <a:defRPr/>
            </a:pPr>
            <a:r>
              <a:rPr lang="fr-FR" altLang="x-none" sz="2400" dirty="0">
                <a:latin typeface="Times New Roman" panose="02020603050405020304" pitchFamily="18" charset="0"/>
                <a:ea typeface="ＭＳ Ｐゴシック" charset="-128"/>
                <a:cs typeface="Times New Roman" panose="02020603050405020304" pitchFamily="18" charset="0"/>
              </a:rPr>
              <a:t>timing of </a:t>
            </a:r>
            <a:r>
              <a:rPr lang="fr-FR" altLang="x-none" sz="2400" dirty="0" err="1">
                <a:latin typeface="Times New Roman" panose="02020603050405020304" pitchFamily="18" charset="0"/>
                <a:ea typeface="ＭＳ Ｐゴシック" charset="-128"/>
                <a:cs typeface="Times New Roman" panose="02020603050405020304" pitchFamily="18" charset="0"/>
              </a:rPr>
              <a:t>symptom</a:t>
            </a:r>
            <a:r>
              <a:rPr lang="fr-FR" altLang="x-none" sz="2400" dirty="0">
                <a:latin typeface="Times New Roman" panose="02020603050405020304" pitchFamily="18" charset="0"/>
                <a:ea typeface="ＭＳ Ｐゴシック" charset="-128"/>
                <a:cs typeface="Times New Roman" panose="02020603050405020304" pitchFamily="18" charset="0"/>
              </a:rPr>
              <a:t> </a:t>
            </a:r>
            <a:r>
              <a:rPr lang="fr-FR" altLang="x-none" sz="2400" dirty="0" err="1">
                <a:latin typeface="Times New Roman" panose="02020603050405020304" pitchFamily="18" charset="0"/>
                <a:ea typeface="ＭＳ Ｐゴシック" charset="-128"/>
                <a:cs typeface="Times New Roman" panose="02020603050405020304" pitchFamily="18" charset="0"/>
              </a:rPr>
              <a:t>onset</a:t>
            </a:r>
            <a:endParaRPr lang="fr-FR" altLang="x-none" sz="2400" dirty="0">
              <a:latin typeface="Times New Roman" panose="02020603050405020304" pitchFamily="18" charset="0"/>
              <a:ea typeface="ＭＳ Ｐゴシック" charset="-128"/>
              <a:cs typeface="Times New Roman" panose="02020603050405020304" pitchFamily="18" charset="0"/>
            </a:endParaRPr>
          </a:p>
          <a:p>
            <a:pPr marL="380990" indent="-380990" defTabSz="914377">
              <a:buFontTx/>
              <a:buChar char="-"/>
              <a:defRPr/>
            </a:pPr>
            <a:r>
              <a:rPr lang="fr-FR" altLang="x-none" sz="2400" i="1" dirty="0" err="1">
                <a:latin typeface="Times New Roman" panose="02020603050405020304" pitchFamily="18" charset="0"/>
                <a:ea typeface="ＭＳ Ｐゴシック" charset="-128"/>
                <a:cs typeface="Times New Roman" panose="02020603050405020304" pitchFamily="18" charset="0"/>
              </a:rPr>
              <a:t>appearance</a:t>
            </a:r>
            <a:r>
              <a:rPr lang="fr-FR" altLang="x-none" sz="2400" i="1" dirty="0">
                <a:latin typeface="Times New Roman" panose="02020603050405020304" pitchFamily="18" charset="0"/>
                <a:ea typeface="ＭＳ Ｐゴシック" charset="-128"/>
                <a:cs typeface="Times New Roman" panose="02020603050405020304" pitchFamily="18" charset="0"/>
              </a:rPr>
              <a:t> of image data</a:t>
            </a:r>
            <a:endParaRPr lang="en-FR" sz="2400" i="1" dirty="0">
              <a:latin typeface="Times New Roman" panose="02020603050405020304" pitchFamily="18" charset="0"/>
              <a:cs typeface="Times New Roman" panose="02020603050405020304" pitchFamily="18" charset="0"/>
            </a:endParaRPr>
          </a:p>
        </p:txBody>
      </p:sp>
      <p:sp>
        <p:nvSpPr>
          <p:cNvPr id="18" name="Right Brace 17">
            <a:extLst>
              <a:ext uri="{FF2B5EF4-FFF2-40B4-BE49-F238E27FC236}">
                <a16:creationId xmlns:a16="http://schemas.microsoft.com/office/drawing/2014/main" id="{F23880F5-DB93-6C44-8028-BD4F171A449A}"/>
              </a:ext>
            </a:extLst>
          </p:cNvPr>
          <p:cNvSpPr/>
          <p:nvPr/>
        </p:nvSpPr>
        <p:spPr>
          <a:xfrm>
            <a:off x="9597971" y="3107765"/>
            <a:ext cx="197023" cy="1012344"/>
          </a:xfrm>
          <a:prstGeom prst="rightBrace">
            <a:avLst>
              <a:gd name="adj1" fmla="val 44734"/>
              <a:gd name="adj2" fmla="val 50000"/>
            </a:avLst>
          </a:prstGeom>
          <a:noFill/>
          <a:ln>
            <a:solidFill>
              <a:schemeClr val="tx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FR" sz="2400"/>
          </a:p>
        </p:txBody>
      </p:sp>
    </p:spTree>
    <p:extLst>
      <p:ext uri="{BB962C8B-B14F-4D97-AF65-F5344CB8AC3E}">
        <p14:creationId xmlns:p14="http://schemas.microsoft.com/office/powerpoint/2010/main" val="4211276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192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2462197" y="402865"/>
            <a:ext cx="184731" cy="369332"/>
          </a:xfrm>
          <a:prstGeom prst="rect">
            <a:avLst/>
          </a:prstGeom>
          <a:noFill/>
        </p:spPr>
        <p:txBody>
          <a:bodyPr wrap="none" rtlCol="0">
            <a:spAutoFit/>
          </a:bodyPr>
          <a:lstStyle/>
          <a:p>
            <a:pPr defTabSz="609585"/>
            <a:endParaRPr lang="en-US" dirty="0">
              <a:solidFill>
                <a:prstClr val="black"/>
              </a:solidFill>
              <a:latin typeface="Calibri"/>
            </a:endParaRPr>
          </a:p>
        </p:txBody>
      </p:sp>
      <p:sp>
        <p:nvSpPr>
          <p:cNvPr id="29" name="TextBox 70"/>
          <p:cNvSpPr txBox="1"/>
          <p:nvPr/>
        </p:nvSpPr>
        <p:spPr>
          <a:xfrm>
            <a:off x="3921850" y="504562"/>
            <a:ext cx="2319869" cy="646331"/>
          </a:xfrm>
          <a:prstGeom prst="rect">
            <a:avLst/>
          </a:prstGeom>
          <a:noFill/>
          <a:ln w="12700">
            <a:solidFill>
              <a:schemeClr val="accent2"/>
            </a:solidFill>
          </a:ln>
        </p:spPr>
        <p:txBody>
          <a:bodyPr wrap="square" rtlCol="0">
            <a:spAutoFit/>
          </a:bodyPr>
          <a:lstStyle/>
          <a:p>
            <a:pPr algn="ctr" defTabSz="609585"/>
            <a:r>
              <a:rPr lang="en-US" dirty="0">
                <a:solidFill>
                  <a:prstClr val="black"/>
                </a:solidFill>
                <a:latin typeface="Times New Roman" panose="02020603050405020304" pitchFamily="18" charset="0"/>
                <a:cs typeface="Times New Roman" panose="02020603050405020304" pitchFamily="18" charset="0"/>
              </a:rPr>
              <a:t>Distinguish </a:t>
            </a:r>
            <a:r>
              <a:rPr lang="en-US" b="1" dirty="0">
                <a:solidFill>
                  <a:prstClr val="black"/>
                </a:solidFill>
                <a:latin typeface="Times New Roman" panose="02020603050405020304" pitchFamily="18" charset="0"/>
                <a:cs typeface="Times New Roman" panose="02020603050405020304" pitchFamily="18" charset="0"/>
              </a:rPr>
              <a:t>fast</a:t>
            </a:r>
            <a:r>
              <a:rPr lang="en-US" dirty="0">
                <a:solidFill>
                  <a:prstClr val="black"/>
                </a:solidFill>
                <a:latin typeface="Times New Roman" panose="02020603050405020304" pitchFamily="18" charset="0"/>
                <a:cs typeface="Times New Roman" panose="02020603050405020304" pitchFamily="18" charset="0"/>
              </a:rPr>
              <a:t> vs. </a:t>
            </a:r>
            <a:r>
              <a:rPr lang="en-US" b="1" dirty="0">
                <a:solidFill>
                  <a:prstClr val="black"/>
                </a:solidFill>
                <a:latin typeface="Times New Roman" panose="02020603050405020304" pitchFamily="18" charset="0"/>
                <a:cs typeface="Times New Roman" panose="02020603050405020304" pitchFamily="18" charset="0"/>
              </a:rPr>
              <a:t>slow</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progressers</a:t>
            </a:r>
            <a:endParaRPr lang="en-US" dirty="0">
              <a:solidFill>
                <a:prstClr val="black"/>
              </a:solidFill>
              <a:latin typeface="Times New Roman" panose="02020603050405020304" pitchFamily="18" charset="0"/>
              <a:cs typeface="Times New Roman" panose="02020603050405020304" pitchFamily="18" charset="0"/>
            </a:endParaRPr>
          </a:p>
        </p:txBody>
      </p:sp>
      <p:sp>
        <p:nvSpPr>
          <p:cNvPr id="30" name="TextBox 71"/>
          <p:cNvSpPr txBox="1"/>
          <p:nvPr/>
        </p:nvSpPr>
        <p:spPr>
          <a:xfrm>
            <a:off x="6813879" y="504563"/>
            <a:ext cx="2302931" cy="646331"/>
          </a:xfrm>
          <a:prstGeom prst="rect">
            <a:avLst/>
          </a:prstGeom>
          <a:noFill/>
          <a:ln w="12700">
            <a:solidFill>
              <a:schemeClr val="accent2"/>
            </a:solidFill>
          </a:ln>
        </p:spPr>
        <p:txBody>
          <a:bodyPr wrap="square" rtlCol="0">
            <a:spAutoFit/>
          </a:bodyPr>
          <a:lstStyle/>
          <a:p>
            <a:pPr algn="ctr" defTabSz="609585"/>
            <a:r>
              <a:rPr lang="en-US" dirty="0">
                <a:solidFill>
                  <a:prstClr val="black"/>
                </a:solidFill>
                <a:latin typeface="Times New Roman" panose="02020603050405020304" pitchFamily="18" charset="0"/>
                <a:cs typeface="Times New Roman" panose="02020603050405020304" pitchFamily="18" charset="0"/>
              </a:rPr>
              <a:t>Distinguish </a:t>
            </a:r>
            <a:r>
              <a:rPr lang="en-US" b="1" dirty="0">
                <a:solidFill>
                  <a:prstClr val="black"/>
                </a:solidFill>
                <a:latin typeface="Times New Roman" panose="02020603050405020304" pitchFamily="18" charset="0"/>
                <a:cs typeface="Times New Roman" panose="02020603050405020304" pitchFamily="18" charset="0"/>
              </a:rPr>
              <a:t>early</a:t>
            </a:r>
            <a:r>
              <a:rPr lang="en-US" dirty="0">
                <a:solidFill>
                  <a:prstClr val="black"/>
                </a:solidFill>
                <a:latin typeface="Times New Roman" panose="02020603050405020304" pitchFamily="18" charset="0"/>
                <a:cs typeface="Times New Roman" panose="02020603050405020304" pitchFamily="18" charset="0"/>
              </a:rPr>
              <a:t> vs. </a:t>
            </a:r>
            <a:r>
              <a:rPr lang="en-US" b="1" dirty="0">
                <a:solidFill>
                  <a:prstClr val="black"/>
                </a:solidFill>
                <a:latin typeface="Times New Roman" panose="02020603050405020304" pitchFamily="18" charset="0"/>
                <a:cs typeface="Times New Roman" panose="02020603050405020304" pitchFamily="18" charset="0"/>
              </a:rPr>
              <a:t>late</a:t>
            </a:r>
            <a:r>
              <a:rPr lang="en-US" dirty="0">
                <a:solidFill>
                  <a:prstClr val="black"/>
                </a:solidFill>
                <a:latin typeface="Times New Roman" panose="02020603050405020304" pitchFamily="18" charset="0"/>
                <a:cs typeface="Times New Roman" panose="02020603050405020304" pitchFamily="18" charset="0"/>
              </a:rPr>
              <a:t> onset individuals</a:t>
            </a:r>
          </a:p>
        </p:txBody>
      </p:sp>
      <p:sp>
        <p:nvSpPr>
          <p:cNvPr id="2" name="Espace réservé du numéro de diapositive 1">
            <a:extLst>
              <a:ext uri="{FF2B5EF4-FFF2-40B4-BE49-F238E27FC236}">
                <a16:creationId xmlns:a16="http://schemas.microsoft.com/office/drawing/2014/main" id="{15F3D1E0-6548-5D28-7FE4-01A1E7C7BA96}"/>
              </a:ext>
            </a:extLst>
          </p:cNvPr>
          <p:cNvSpPr>
            <a:spLocks noGrp="1"/>
          </p:cNvSpPr>
          <p:nvPr>
            <p:ph type="sldNum" sz="quarter" idx="12"/>
          </p:nvPr>
        </p:nvSpPr>
        <p:spPr>
          <a:xfrm>
            <a:off x="8737600" y="6356352"/>
            <a:ext cx="2844800" cy="365125"/>
          </a:xfrm>
        </p:spPr>
        <p:txBody>
          <a:bodyPr/>
          <a:lstStyle/>
          <a:p>
            <a:pPr defTabSz="609585"/>
            <a:fld id="{B6E69D5D-3C54-E347-B3D4-70BDFA7C6521}" type="slidenum">
              <a:rPr lang="fr-FR">
                <a:solidFill>
                  <a:prstClr val="black">
                    <a:tint val="75000"/>
                  </a:prstClr>
                </a:solidFill>
                <a:latin typeface="Calibri"/>
              </a:rPr>
              <a:pPr defTabSz="609585"/>
              <a:t>21</a:t>
            </a:fld>
            <a:endParaRPr lang="fr-FR">
              <a:solidFill>
                <a:prstClr val="black">
                  <a:tint val="75000"/>
                </a:prstClr>
              </a:solidFill>
              <a:latin typeface="Calibri"/>
            </a:endParaRPr>
          </a:p>
        </p:txBody>
      </p:sp>
      <p:pic>
        <p:nvPicPr>
          <p:cNvPr id="5" name="Image 6">
            <a:extLst>
              <a:ext uri="{FF2B5EF4-FFF2-40B4-BE49-F238E27FC236}">
                <a16:creationId xmlns:a16="http://schemas.microsoft.com/office/drawing/2014/main" id="{5D1320A2-D22E-CFF7-3EF9-9ED255232DB9}"/>
              </a:ext>
            </a:extLst>
          </p:cNvPr>
          <p:cNvPicPr>
            <a:picLocks noChangeAspect="1"/>
          </p:cNvPicPr>
          <p:nvPr/>
        </p:nvPicPr>
        <p:blipFill rotWithShape="1">
          <a:blip r:embed="rId2"/>
          <a:srcRect l="28002" r="47980"/>
          <a:stretch/>
        </p:blipFill>
        <p:spPr>
          <a:xfrm>
            <a:off x="6507630" y="1357752"/>
            <a:ext cx="2483977" cy="5337667"/>
          </a:xfrm>
          <a:prstGeom prst="rect">
            <a:avLst/>
          </a:prstGeom>
        </p:spPr>
      </p:pic>
      <p:pic>
        <p:nvPicPr>
          <p:cNvPr id="6" name="Image 6">
            <a:extLst>
              <a:ext uri="{FF2B5EF4-FFF2-40B4-BE49-F238E27FC236}">
                <a16:creationId xmlns:a16="http://schemas.microsoft.com/office/drawing/2014/main" id="{4EF415C1-8CD1-FB3A-0F8D-C7A049CA200D}"/>
              </a:ext>
            </a:extLst>
          </p:cNvPr>
          <p:cNvPicPr>
            <a:picLocks noChangeAspect="1"/>
          </p:cNvPicPr>
          <p:nvPr/>
        </p:nvPicPr>
        <p:blipFill rotWithShape="1">
          <a:blip r:embed="rId2"/>
          <a:srcRect r="72493"/>
          <a:stretch/>
        </p:blipFill>
        <p:spPr>
          <a:xfrm>
            <a:off x="3251200" y="1357751"/>
            <a:ext cx="2844800" cy="5337667"/>
          </a:xfrm>
          <a:prstGeom prst="rect">
            <a:avLst/>
          </a:prstGeom>
        </p:spPr>
      </p:pic>
      <p:pic>
        <p:nvPicPr>
          <p:cNvPr id="7" name="Image 6">
            <a:extLst>
              <a:ext uri="{FF2B5EF4-FFF2-40B4-BE49-F238E27FC236}">
                <a16:creationId xmlns:a16="http://schemas.microsoft.com/office/drawing/2014/main" id="{BAA0163A-07F8-DE7F-4B2B-39FD5057E847}"/>
              </a:ext>
            </a:extLst>
          </p:cNvPr>
          <p:cNvPicPr>
            <a:picLocks noChangeAspect="1"/>
          </p:cNvPicPr>
          <p:nvPr/>
        </p:nvPicPr>
        <p:blipFill rotWithShape="1">
          <a:blip r:embed="rId2"/>
          <a:srcRect t="96193"/>
          <a:stretch/>
        </p:blipFill>
        <p:spPr>
          <a:xfrm>
            <a:off x="1336614" y="6492219"/>
            <a:ext cx="10342033" cy="203200"/>
          </a:xfrm>
          <a:prstGeom prst="rect">
            <a:avLst/>
          </a:prstGeom>
        </p:spPr>
      </p:pic>
    </p:spTree>
    <p:extLst>
      <p:ext uri="{BB962C8B-B14F-4D97-AF65-F5344CB8AC3E}">
        <p14:creationId xmlns:p14="http://schemas.microsoft.com/office/powerpoint/2010/main" val="1423982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 3" descr="meanCurves.png">
            <a:extLst>
              <a:ext uri="{FF2B5EF4-FFF2-40B4-BE49-F238E27FC236}">
                <a16:creationId xmlns:a16="http://schemas.microsoft.com/office/drawing/2014/main" id="{2BD5E473-ABA8-4547-B924-3B3457117D8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1"/>
            <a:ext cx="12192000" cy="7313479"/>
          </a:xfrm>
          <a:prstGeom prst="rect">
            <a:avLst/>
          </a:prstGeom>
        </p:spPr>
      </p:pic>
      <p:sp>
        <p:nvSpPr>
          <p:cNvPr id="2" name="TextBox 1">
            <a:extLst>
              <a:ext uri="{FF2B5EF4-FFF2-40B4-BE49-F238E27FC236}">
                <a16:creationId xmlns:a16="http://schemas.microsoft.com/office/drawing/2014/main" id="{D83A1D33-5EBA-EB46-BB2E-AE6B2E18D986}"/>
              </a:ext>
            </a:extLst>
          </p:cNvPr>
          <p:cNvSpPr txBox="1"/>
          <p:nvPr/>
        </p:nvSpPr>
        <p:spPr>
          <a:xfrm>
            <a:off x="240829" y="3456282"/>
            <a:ext cx="3747912" cy="1938992"/>
          </a:xfrm>
          <a:prstGeom prst="rect">
            <a:avLst/>
          </a:prstGeom>
          <a:solidFill>
            <a:schemeClr val="bg1"/>
          </a:solidFill>
        </p:spPr>
        <p:txBody>
          <a:bodyPr wrap="square" rtlCol="0">
            <a:spAutoFit/>
          </a:bodyPr>
          <a:lstStyle/>
          <a:p>
            <a:r>
              <a:rPr lang="en-FR" sz="2400" b="1" dirty="0"/>
              <a:t>Step 0 (off-line): </a:t>
            </a:r>
          </a:p>
          <a:p>
            <a:r>
              <a:rPr lang="en-FR" sz="2400" dirty="0"/>
              <a:t>The model was trained on observational longitudinal data set.</a:t>
            </a:r>
          </a:p>
          <a:p>
            <a:endParaRPr lang="en-FR" sz="2400" dirty="0"/>
          </a:p>
        </p:txBody>
      </p:sp>
      <p:sp>
        <p:nvSpPr>
          <p:cNvPr id="3" name="Espace réservé du numéro de diapositive 2">
            <a:extLst>
              <a:ext uri="{FF2B5EF4-FFF2-40B4-BE49-F238E27FC236}">
                <a16:creationId xmlns:a16="http://schemas.microsoft.com/office/drawing/2014/main" id="{CA4C6A74-4FB2-43C5-7714-63DA0105B365}"/>
              </a:ext>
            </a:extLst>
          </p:cNvPr>
          <p:cNvSpPr>
            <a:spLocks noGrp="1"/>
          </p:cNvSpPr>
          <p:nvPr>
            <p:ph type="sldNum" sz="quarter" idx="12"/>
          </p:nvPr>
        </p:nvSpPr>
        <p:spPr/>
        <p:txBody>
          <a:bodyPr/>
          <a:lstStyle/>
          <a:p>
            <a:fld id="{B6E69D5D-3C54-E347-B3D4-70BDFA7C6521}" type="slidenum">
              <a:rPr lang="fr-FR" smtClean="0"/>
              <a:t>22</a:t>
            </a:fld>
            <a:endParaRPr lang="fr-FR"/>
          </a:p>
        </p:txBody>
      </p:sp>
      <p:sp>
        <p:nvSpPr>
          <p:cNvPr id="4" name="Espace réservé du numéro de diapositive 1">
            <a:extLst>
              <a:ext uri="{FF2B5EF4-FFF2-40B4-BE49-F238E27FC236}">
                <a16:creationId xmlns:a16="http://schemas.microsoft.com/office/drawing/2014/main" id="{AF826CC3-72BF-9690-5342-0AB194FF8F18}"/>
              </a:ext>
            </a:extLst>
          </p:cNvPr>
          <p:cNvSpPr txBox="1">
            <a:spLocks/>
          </p:cNvSpPr>
          <p:nvPr/>
        </p:nvSpPr>
        <p:spPr>
          <a:xfrm>
            <a:off x="8940800" y="6559552"/>
            <a:ext cx="2844800" cy="365125"/>
          </a:xfrm>
          <a:prstGeom prst="rect">
            <a:avLst/>
          </a:prstGeom>
        </p:spPr>
        <p:txBody>
          <a:bodyPr vert="horz" lIns="121920" tIns="60960" rIns="121920" bIns="60960" rtlCol="0" anchor="ctr"/>
          <a:lstStyle>
            <a:defPPr>
              <a:defRPr lang="fr-FR"/>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6E69D5D-3C54-E347-B3D4-70BDFA7C6521}" type="slidenum">
              <a:rPr lang="fr-FR" sz="1200"/>
              <a:pPr/>
              <a:t>22</a:t>
            </a:fld>
            <a:endParaRPr lang="fr-FR" sz="1200"/>
          </a:p>
        </p:txBody>
      </p:sp>
    </p:spTree>
    <p:extLst>
      <p:ext uri="{BB962C8B-B14F-4D97-AF65-F5344CB8AC3E}">
        <p14:creationId xmlns:p14="http://schemas.microsoft.com/office/powerpoint/2010/main" val="37654856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4" descr="30visits.png">
            <a:extLst>
              <a:ext uri="{FF2B5EF4-FFF2-40B4-BE49-F238E27FC236}">
                <a16:creationId xmlns:a16="http://schemas.microsoft.com/office/drawing/2014/main" id="{0AB40E90-8D71-3A4E-A115-B7C3A98B8192}"/>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1"/>
            <a:ext cx="12192000" cy="7313479"/>
          </a:xfrm>
          <a:prstGeom prst="rect">
            <a:avLst/>
          </a:prstGeom>
        </p:spPr>
      </p:pic>
      <p:sp>
        <p:nvSpPr>
          <p:cNvPr id="5" name="Oval 4">
            <a:extLst>
              <a:ext uri="{FF2B5EF4-FFF2-40B4-BE49-F238E27FC236}">
                <a16:creationId xmlns:a16="http://schemas.microsoft.com/office/drawing/2014/main" id="{FC40BE61-543D-7941-BEF1-1D07BA9F79D3}"/>
              </a:ext>
            </a:extLst>
          </p:cNvPr>
          <p:cNvSpPr>
            <a:spLocks noChangeAspect="1"/>
          </p:cNvSpPr>
          <p:nvPr/>
        </p:nvSpPr>
        <p:spPr>
          <a:xfrm>
            <a:off x="8352000" y="4320675"/>
            <a:ext cx="144000" cy="144000"/>
          </a:xfrm>
          <a:prstGeom prst="ellipse">
            <a:avLst/>
          </a:prstGeom>
          <a:solidFill>
            <a:srgbClr val="D03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R" sz="2400"/>
          </a:p>
        </p:txBody>
      </p:sp>
      <p:sp>
        <p:nvSpPr>
          <p:cNvPr id="6" name="Oval 5">
            <a:extLst>
              <a:ext uri="{FF2B5EF4-FFF2-40B4-BE49-F238E27FC236}">
                <a16:creationId xmlns:a16="http://schemas.microsoft.com/office/drawing/2014/main" id="{9122D010-DDF3-F949-9471-3FAAE6636242}"/>
              </a:ext>
            </a:extLst>
          </p:cNvPr>
          <p:cNvSpPr>
            <a:spLocks noChangeAspect="1"/>
          </p:cNvSpPr>
          <p:nvPr/>
        </p:nvSpPr>
        <p:spPr>
          <a:xfrm>
            <a:off x="8352000" y="5122776"/>
            <a:ext cx="144000" cy="144000"/>
          </a:xfrm>
          <a:prstGeom prst="ellipse">
            <a:avLst/>
          </a:prstGeom>
          <a:solidFill>
            <a:srgbClr val="3BC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R" sz="2400"/>
          </a:p>
        </p:txBody>
      </p:sp>
      <p:sp>
        <p:nvSpPr>
          <p:cNvPr id="7" name="Oval 6">
            <a:extLst>
              <a:ext uri="{FF2B5EF4-FFF2-40B4-BE49-F238E27FC236}">
                <a16:creationId xmlns:a16="http://schemas.microsoft.com/office/drawing/2014/main" id="{A113C1EC-66A1-B046-9F81-C2252C2A73D5}"/>
              </a:ext>
            </a:extLst>
          </p:cNvPr>
          <p:cNvSpPr>
            <a:spLocks noChangeAspect="1"/>
          </p:cNvSpPr>
          <p:nvPr/>
        </p:nvSpPr>
        <p:spPr>
          <a:xfrm>
            <a:off x="8352000" y="6063916"/>
            <a:ext cx="144000" cy="144000"/>
          </a:xfrm>
          <a:prstGeom prst="ellipse">
            <a:avLst/>
          </a:prstGeom>
          <a:solidFill>
            <a:srgbClr val="FD29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R" sz="2400"/>
          </a:p>
        </p:txBody>
      </p:sp>
      <p:sp>
        <p:nvSpPr>
          <p:cNvPr id="8" name="Oval 7">
            <a:extLst>
              <a:ext uri="{FF2B5EF4-FFF2-40B4-BE49-F238E27FC236}">
                <a16:creationId xmlns:a16="http://schemas.microsoft.com/office/drawing/2014/main" id="{2C3B44DE-6408-E744-8888-D7E67879465C}"/>
              </a:ext>
            </a:extLst>
          </p:cNvPr>
          <p:cNvSpPr>
            <a:spLocks noChangeAspect="1"/>
          </p:cNvSpPr>
          <p:nvPr/>
        </p:nvSpPr>
        <p:spPr>
          <a:xfrm>
            <a:off x="8352000" y="6277805"/>
            <a:ext cx="144000" cy="144000"/>
          </a:xfrm>
          <a:prstGeom prst="ellipse">
            <a:avLst/>
          </a:prstGeom>
          <a:solidFill>
            <a:srgbClr val="60D4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R" sz="2400"/>
          </a:p>
        </p:txBody>
      </p:sp>
      <p:sp>
        <p:nvSpPr>
          <p:cNvPr id="9" name="TextBox 8">
            <a:extLst>
              <a:ext uri="{FF2B5EF4-FFF2-40B4-BE49-F238E27FC236}">
                <a16:creationId xmlns:a16="http://schemas.microsoft.com/office/drawing/2014/main" id="{DFF289D5-477C-7649-869B-7559F3A9C62D}"/>
              </a:ext>
            </a:extLst>
          </p:cNvPr>
          <p:cNvSpPr txBox="1"/>
          <p:nvPr/>
        </p:nvSpPr>
        <p:spPr>
          <a:xfrm>
            <a:off x="240829" y="3456282"/>
            <a:ext cx="3747912" cy="3785652"/>
          </a:xfrm>
          <a:prstGeom prst="rect">
            <a:avLst/>
          </a:prstGeom>
          <a:solidFill>
            <a:schemeClr val="bg1"/>
          </a:solidFill>
        </p:spPr>
        <p:txBody>
          <a:bodyPr wrap="square" rtlCol="0">
            <a:spAutoFit/>
          </a:bodyPr>
          <a:lstStyle/>
          <a:p>
            <a:r>
              <a:rPr lang="en-FR" sz="2400" b="1" dirty="0"/>
              <a:t>Step 1: </a:t>
            </a:r>
          </a:p>
          <a:p>
            <a:pPr marL="380990" indent="-380990">
              <a:buFontTx/>
              <a:buChar char="-"/>
            </a:pPr>
            <a:r>
              <a:rPr lang="en-FR" sz="2400" dirty="0"/>
              <a:t>A new patient comes in.</a:t>
            </a:r>
          </a:p>
          <a:p>
            <a:pPr marL="380990" indent="-380990">
              <a:buFontTx/>
              <a:buChar char="-"/>
            </a:pPr>
            <a:r>
              <a:rPr lang="en-FR" sz="2400" dirty="0"/>
              <a:t>We report the endpoints of the patient at his corresponding age.</a:t>
            </a:r>
          </a:p>
          <a:p>
            <a:pPr marL="380990" indent="-380990">
              <a:buFontTx/>
              <a:buChar char="-"/>
            </a:pPr>
            <a:r>
              <a:rPr lang="en-FR" sz="2400" dirty="0"/>
              <a:t>We adjust the model parmeters to predict a progression curve of the patient.</a:t>
            </a:r>
          </a:p>
          <a:p>
            <a:endParaRPr lang="en-FR" sz="2400" dirty="0"/>
          </a:p>
        </p:txBody>
      </p:sp>
      <p:sp>
        <p:nvSpPr>
          <p:cNvPr id="2" name="Espace réservé du numéro de diapositive 1">
            <a:extLst>
              <a:ext uri="{FF2B5EF4-FFF2-40B4-BE49-F238E27FC236}">
                <a16:creationId xmlns:a16="http://schemas.microsoft.com/office/drawing/2014/main" id="{5E8C99ED-07AA-A86F-F402-108F36B97E29}"/>
              </a:ext>
            </a:extLst>
          </p:cNvPr>
          <p:cNvSpPr>
            <a:spLocks noGrp="1"/>
          </p:cNvSpPr>
          <p:nvPr>
            <p:ph type="sldNum" sz="quarter" idx="12"/>
          </p:nvPr>
        </p:nvSpPr>
        <p:spPr/>
        <p:txBody>
          <a:bodyPr/>
          <a:lstStyle/>
          <a:p>
            <a:fld id="{B6E69D5D-3C54-E347-B3D4-70BDFA7C6521}" type="slidenum">
              <a:rPr lang="fr-FR" smtClean="0"/>
              <a:t>23</a:t>
            </a:fld>
            <a:endParaRPr lang="fr-FR"/>
          </a:p>
        </p:txBody>
      </p:sp>
      <p:sp>
        <p:nvSpPr>
          <p:cNvPr id="3" name="Espace réservé du numéro de diapositive 1">
            <a:extLst>
              <a:ext uri="{FF2B5EF4-FFF2-40B4-BE49-F238E27FC236}">
                <a16:creationId xmlns:a16="http://schemas.microsoft.com/office/drawing/2014/main" id="{DF3FB221-069C-63F7-F288-EA23123FE16D}"/>
              </a:ext>
            </a:extLst>
          </p:cNvPr>
          <p:cNvSpPr txBox="1">
            <a:spLocks/>
          </p:cNvSpPr>
          <p:nvPr/>
        </p:nvSpPr>
        <p:spPr>
          <a:xfrm>
            <a:off x="8940800" y="6559552"/>
            <a:ext cx="2844800" cy="365125"/>
          </a:xfrm>
          <a:prstGeom prst="rect">
            <a:avLst/>
          </a:prstGeom>
        </p:spPr>
        <p:txBody>
          <a:bodyPr vert="horz" lIns="121920" tIns="60960" rIns="121920" bIns="60960" rtlCol="0" anchor="ctr"/>
          <a:lstStyle>
            <a:defPPr>
              <a:defRPr lang="fr-FR"/>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6E69D5D-3C54-E347-B3D4-70BDFA7C6521}" type="slidenum">
              <a:rPr lang="fr-FR" sz="1200"/>
              <a:pPr/>
              <a:t>23</a:t>
            </a:fld>
            <a:endParaRPr lang="fr-FR" sz="1200"/>
          </a:p>
        </p:txBody>
      </p:sp>
    </p:spTree>
    <p:extLst>
      <p:ext uri="{BB962C8B-B14F-4D97-AF65-F5344CB8AC3E}">
        <p14:creationId xmlns:p14="http://schemas.microsoft.com/office/powerpoint/2010/main" val="15327708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 34" descr="30visits.png">
            <a:extLst>
              <a:ext uri="{FF2B5EF4-FFF2-40B4-BE49-F238E27FC236}">
                <a16:creationId xmlns:a16="http://schemas.microsoft.com/office/drawing/2014/main" id="{ABE45446-8007-644C-B7F6-8B83613BD95E}"/>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1"/>
            <a:ext cx="12192000" cy="7313479"/>
          </a:xfrm>
          <a:prstGeom prst="rect">
            <a:avLst/>
          </a:prstGeom>
        </p:spPr>
      </p:pic>
      <p:pic>
        <p:nvPicPr>
          <p:cNvPr id="4" name="Image 34" descr="30visits.png">
            <a:extLst>
              <a:ext uri="{FF2B5EF4-FFF2-40B4-BE49-F238E27FC236}">
                <a16:creationId xmlns:a16="http://schemas.microsoft.com/office/drawing/2014/main" id="{0AB40E90-8D71-3A4E-A115-B7C3A98B8192}"/>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1"/>
            <a:ext cx="12192000" cy="7313479"/>
          </a:xfrm>
          <a:prstGeom prst="rect">
            <a:avLst/>
          </a:prstGeom>
        </p:spPr>
      </p:pic>
      <p:sp>
        <p:nvSpPr>
          <p:cNvPr id="9" name="Oval 8">
            <a:extLst>
              <a:ext uri="{FF2B5EF4-FFF2-40B4-BE49-F238E27FC236}">
                <a16:creationId xmlns:a16="http://schemas.microsoft.com/office/drawing/2014/main" id="{771EE5B3-0026-0040-99CC-CDC62EA2A8E1}"/>
              </a:ext>
            </a:extLst>
          </p:cNvPr>
          <p:cNvSpPr>
            <a:spLocks noChangeAspect="1"/>
          </p:cNvSpPr>
          <p:nvPr/>
        </p:nvSpPr>
        <p:spPr>
          <a:xfrm>
            <a:off x="8876040" y="3604133"/>
            <a:ext cx="144000" cy="144000"/>
          </a:xfrm>
          <a:prstGeom prst="ellipse">
            <a:avLst/>
          </a:prstGeom>
          <a:solidFill>
            <a:srgbClr val="D039EE"/>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R" sz="2400"/>
          </a:p>
        </p:txBody>
      </p:sp>
      <p:sp>
        <p:nvSpPr>
          <p:cNvPr id="10" name="Oval 9">
            <a:extLst>
              <a:ext uri="{FF2B5EF4-FFF2-40B4-BE49-F238E27FC236}">
                <a16:creationId xmlns:a16="http://schemas.microsoft.com/office/drawing/2014/main" id="{518F3A89-57A0-8744-BA1F-BA04AF64499A}"/>
              </a:ext>
            </a:extLst>
          </p:cNvPr>
          <p:cNvSpPr>
            <a:spLocks noChangeAspect="1"/>
          </p:cNvSpPr>
          <p:nvPr/>
        </p:nvSpPr>
        <p:spPr>
          <a:xfrm>
            <a:off x="8876040" y="4684296"/>
            <a:ext cx="144000" cy="144000"/>
          </a:xfrm>
          <a:prstGeom prst="ellipse">
            <a:avLst/>
          </a:prstGeom>
          <a:solidFill>
            <a:srgbClr val="3BC1E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R" sz="2400"/>
          </a:p>
        </p:txBody>
      </p:sp>
      <p:sp>
        <p:nvSpPr>
          <p:cNvPr id="11" name="Oval 10">
            <a:extLst>
              <a:ext uri="{FF2B5EF4-FFF2-40B4-BE49-F238E27FC236}">
                <a16:creationId xmlns:a16="http://schemas.microsoft.com/office/drawing/2014/main" id="{E8DA9FB8-167E-0843-8EAE-132DCE5006B1}"/>
              </a:ext>
            </a:extLst>
          </p:cNvPr>
          <p:cNvSpPr>
            <a:spLocks noChangeAspect="1"/>
          </p:cNvSpPr>
          <p:nvPr/>
        </p:nvSpPr>
        <p:spPr>
          <a:xfrm>
            <a:off x="8876040" y="5882108"/>
            <a:ext cx="144000" cy="144000"/>
          </a:xfrm>
          <a:prstGeom prst="ellipse">
            <a:avLst/>
          </a:prstGeom>
          <a:solidFill>
            <a:srgbClr val="FD293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R" sz="2400"/>
          </a:p>
        </p:txBody>
      </p:sp>
      <p:sp>
        <p:nvSpPr>
          <p:cNvPr id="12" name="Oval 11">
            <a:extLst>
              <a:ext uri="{FF2B5EF4-FFF2-40B4-BE49-F238E27FC236}">
                <a16:creationId xmlns:a16="http://schemas.microsoft.com/office/drawing/2014/main" id="{DBBB8640-09EE-484D-9C31-FBFDAE3A983B}"/>
              </a:ext>
            </a:extLst>
          </p:cNvPr>
          <p:cNvSpPr>
            <a:spLocks noChangeAspect="1"/>
          </p:cNvSpPr>
          <p:nvPr/>
        </p:nvSpPr>
        <p:spPr>
          <a:xfrm>
            <a:off x="8876040" y="6053219"/>
            <a:ext cx="144000" cy="144000"/>
          </a:xfrm>
          <a:prstGeom prst="ellipse">
            <a:avLst/>
          </a:prstGeom>
          <a:solidFill>
            <a:srgbClr val="60D453"/>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R" sz="2400"/>
          </a:p>
        </p:txBody>
      </p:sp>
      <p:sp>
        <p:nvSpPr>
          <p:cNvPr id="2" name="Rectangle 1">
            <a:extLst>
              <a:ext uri="{FF2B5EF4-FFF2-40B4-BE49-F238E27FC236}">
                <a16:creationId xmlns:a16="http://schemas.microsoft.com/office/drawing/2014/main" id="{370EB8CC-3B69-A947-BDA7-25C00235F731}"/>
              </a:ext>
            </a:extLst>
          </p:cNvPr>
          <p:cNvSpPr/>
          <p:nvPr/>
        </p:nvSpPr>
        <p:spPr>
          <a:xfrm>
            <a:off x="8876040" y="3165643"/>
            <a:ext cx="144000" cy="3606800"/>
          </a:xfrm>
          <a:prstGeom prst="rect">
            <a:avLst/>
          </a:prstGeom>
          <a:noFill/>
          <a:ln w="127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R" sz="2400"/>
          </a:p>
        </p:txBody>
      </p:sp>
      <p:sp>
        <p:nvSpPr>
          <p:cNvPr id="14" name="Oval 13">
            <a:extLst>
              <a:ext uri="{FF2B5EF4-FFF2-40B4-BE49-F238E27FC236}">
                <a16:creationId xmlns:a16="http://schemas.microsoft.com/office/drawing/2014/main" id="{0D15CD31-8C33-264D-8C3D-F67018084517}"/>
              </a:ext>
            </a:extLst>
          </p:cNvPr>
          <p:cNvSpPr>
            <a:spLocks noChangeAspect="1"/>
          </p:cNvSpPr>
          <p:nvPr/>
        </p:nvSpPr>
        <p:spPr>
          <a:xfrm>
            <a:off x="8352000" y="4320675"/>
            <a:ext cx="144000" cy="144000"/>
          </a:xfrm>
          <a:prstGeom prst="ellipse">
            <a:avLst/>
          </a:prstGeom>
          <a:solidFill>
            <a:srgbClr val="D03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R" sz="2400"/>
          </a:p>
        </p:txBody>
      </p:sp>
      <p:sp>
        <p:nvSpPr>
          <p:cNvPr id="15" name="Oval 14">
            <a:extLst>
              <a:ext uri="{FF2B5EF4-FFF2-40B4-BE49-F238E27FC236}">
                <a16:creationId xmlns:a16="http://schemas.microsoft.com/office/drawing/2014/main" id="{ED630DE2-812E-7B4F-9990-A8E1A22E6B4E}"/>
              </a:ext>
            </a:extLst>
          </p:cNvPr>
          <p:cNvSpPr>
            <a:spLocks noChangeAspect="1"/>
          </p:cNvSpPr>
          <p:nvPr/>
        </p:nvSpPr>
        <p:spPr>
          <a:xfrm>
            <a:off x="8352000" y="5122776"/>
            <a:ext cx="144000" cy="144000"/>
          </a:xfrm>
          <a:prstGeom prst="ellipse">
            <a:avLst/>
          </a:prstGeom>
          <a:solidFill>
            <a:srgbClr val="3BC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R" sz="2400"/>
          </a:p>
        </p:txBody>
      </p:sp>
      <p:sp>
        <p:nvSpPr>
          <p:cNvPr id="16" name="Oval 15">
            <a:extLst>
              <a:ext uri="{FF2B5EF4-FFF2-40B4-BE49-F238E27FC236}">
                <a16:creationId xmlns:a16="http://schemas.microsoft.com/office/drawing/2014/main" id="{BC9CF9DE-6500-8E46-B2DE-703E68DDAE75}"/>
              </a:ext>
            </a:extLst>
          </p:cNvPr>
          <p:cNvSpPr>
            <a:spLocks noChangeAspect="1"/>
          </p:cNvSpPr>
          <p:nvPr/>
        </p:nvSpPr>
        <p:spPr>
          <a:xfrm>
            <a:off x="8352000" y="6063916"/>
            <a:ext cx="144000" cy="144000"/>
          </a:xfrm>
          <a:prstGeom prst="ellipse">
            <a:avLst/>
          </a:prstGeom>
          <a:solidFill>
            <a:srgbClr val="FD29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R" sz="2400"/>
          </a:p>
        </p:txBody>
      </p:sp>
      <p:sp>
        <p:nvSpPr>
          <p:cNvPr id="17" name="Oval 16">
            <a:extLst>
              <a:ext uri="{FF2B5EF4-FFF2-40B4-BE49-F238E27FC236}">
                <a16:creationId xmlns:a16="http://schemas.microsoft.com/office/drawing/2014/main" id="{DC72B071-83F6-EB41-997A-C7014DD25424}"/>
              </a:ext>
            </a:extLst>
          </p:cNvPr>
          <p:cNvSpPr>
            <a:spLocks noChangeAspect="1"/>
          </p:cNvSpPr>
          <p:nvPr/>
        </p:nvSpPr>
        <p:spPr>
          <a:xfrm>
            <a:off x="8352000" y="6277805"/>
            <a:ext cx="144000" cy="144000"/>
          </a:xfrm>
          <a:prstGeom prst="ellipse">
            <a:avLst/>
          </a:prstGeom>
          <a:solidFill>
            <a:srgbClr val="60D4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FR" sz="2400"/>
          </a:p>
        </p:txBody>
      </p:sp>
      <p:sp>
        <p:nvSpPr>
          <p:cNvPr id="19" name="TextBox 18">
            <a:extLst>
              <a:ext uri="{FF2B5EF4-FFF2-40B4-BE49-F238E27FC236}">
                <a16:creationId xmlns:a16="http://schemas.microsoft.com/office/drawing/2014/main" id="{43D23FF4-FCD2-3440-B8D1-EE82E85E4D5D}"/>
              </a:ext>
            </a:extLst>
          </p:cNvPr>
          <p:cNvSpPr txBox="1"/>
          <p:nvPr/>
        </p:nvSpPr>
        <p:spPr>
          <a:xfrm>
            <a:off x="240829" y="3456281"/>
            <a:ext cx="3747912" cy="2308324"/>
          </a:xfrm>
          <a:prstGeom prst="rect">
            <a:avLst/>
          </a:prstGeom>
          <a:solidFill>
            <a:schemeClr val="bg1"/>
          </a:solidFill>
        </p:spPr>
        <p:txBody>
          <a:bodyPr wrap="square" rtlCol="0">
            <a:spAutoFit/>
          </a:bodyPr>
          <a:lstStyle/>
          <a:p>
            <a:r>
              <a:rPr lang="en-FR" sz="2400" b="1" dirty="0"/>
              <a:t>Step 2: </a:t>
            </a:r>
          </a:p>
          <a:p>
            <a:pPr marL="380990" indent="-380990">
              <a:buFontTx/>
              <a:buChar char="-"/>
            </a:pPr>
            <a:r>
              <a:rPr lang="en-GB" sz="2400" dirty="0"/>
              <a:t>W</a:t>
            </a:r>
            <a:r>
              <a:rPr lang="en-FR" sz="2400" dirty="0"/>
              <a:t>e forecast the endpoint values at follow-up visits</a:t>
            </a:r>
          </a:p>
          <a:p>
            <a:pPr marL="380990" indent="-380990">
              <a:buFontTx/>
              <a:buChar char="-"/>
            </a:pPr>
            <a:r>
              <a:rPr lang="en-FR" sz="2400" dirty="0"/>
              <a:t>We measure the discrepancy with the true hidden measurement</a:t>
            </a:r>
          </a:p>
        </p:txBody>
      </p:sp>
      <p:sp>
        <p:nvSpPr>
          <p:cNvPr id="3" name="Espace réservé du numéro de diapositive 2">
            <a:extLst>
              <a:ext uri="{FF2B5EF4-FFF2-40B4-BE49-F238E27FC236}">
                <a16:creationId xmlns:a16="http://schemas.microsoft.com/office/drawing/2014/main" id="{C5714AD7-A73A-E052-3079-7773376FE3EB}"/>
              </a:ext>
            </a:extLst>
          </p:cNvPr>
          <p:cNvSpPr>
            <a:spLocks noGrp="1"/>
          </p:cNvSpPr>
          <p:nvPr>
            <p:ph type="sldNum" sz="quarter" idx="12"/>
          </p:nvPr>
        </p:nvSpPr>
        <p:spPr/>
        <p:txBody>
          <a:bodyPr/>
          <a:lstStyle/>
          <a:p>
            <a:fld id="{B6E69D5D-3C54-E347-B3D4-70BDFA7C6521}" type="slidenum">
              <a:rPr lang="fr-FR" smtClean="0"/>
              <a:t>24</a:t>
            </a:fld>
            <a:endParaRPr lang="fr-FR"/>
          </a:p>
        </p:txBody>
      </p:sp>
      <p:sp>
        <p:nvSpPr>
          <p:cNvPr id="5" name="Espace réservé du numéro de diapositive 1">
            <a:extLst>
              <a:ext uri="{FF2B5EF4-FFF2-40B4-BE49-F238E27FC236}">
                <a16:creationId xmlns:a16="http://schemas.microsoft.com/office/drawing/2014/main" id="{CCBE3D20-3C18-F061-52B6-DF46E107C16D}"/>
              </a:ext>
            </a:extLst>
          </p:cNvPr>
          <p:cNvSpPr txBox="1">
            <a:spLocks/>
          </p:cNvSpPr>
          <p:nvPr/>
        </p:nvSpPr>
        <p:spPr>
          <a:xfrm>
            <a:off x="8940800" y="6559552"/>
            <a:ext cx="2844800" cy="365125"/>
          </a:xfrm>
          <a:prstGeom prst="rect">
            <a:avLst/>
          </a:prstGeom>
        </p:spPr>
        <p:txBody>
          <a:bodyPr vert="horz" lIns="121920" tIns="60960" rIns="121920" bIns="60960" rtlCol="0" anchor="ctr"/>
          <a:lstStyle>
            <a:defPPr>
              <a:defRPr lang="fr-FR"/>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6E69D5D-3C54-E347-B3D4-70BDFA7C6521}" type="slidenum">
              <a:rPr lang="fr-FR" sz="1200"/>
              <a:pPr/>
              <a:t>24</a:t>
            </a:fld>
            <a:endParaRPr lang="fr-FR" sz="1200"/>
          </a:p>
        </p:txBody>
      </p:sp>
    </p:spTree>
    <p:extLst>
      <p:ext uri="{BB962C8B-B14F-4D97-AF65-F5344CB8AC3E}">
        <p14:creationId xmlns:p14="http://schemas.microsoft.com/office/powerpoint/2010/main" val="2729230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8E50969-F99B-8655-5998-3871EF8AB48C}"/>
              </a:ext>
            </a:extLst>
          </p:cNvPr>
          <p:cNvSpPr>
            <a:spLocks noGrp="1"/>
          </p:cNvSpPr>
          <p:nvPr>
            <p:ph type="sldNum" sz="quarter" idx="12"/>
          </p:nvPr>
        </p:nvSpPr>
        <p:spPr/>
        <p:txBody>
          <a:bodyPr/>
          <a:lstStyle/>
          <a:p>
            <a:fld id="{B6E69D5D-3C54-E347-B3D4-70BDFA7C6521}" type="slidenum">
              <a:rPr lang="fr-FR" smtClean="0"/>
              <a:t>25</a:t>
            </a:fld>
            <a:endParaRPr lang="fr-FR" dirty="0"/>
          </a:p>
        </p:txBody>
      </p:sp>
      <p:sp>
        <p:nvSpPr>
          <p:cNvPr id="6" name="Title 1">
            <a:extLst>
              <a:ext uri="{FF2B5EF4-FFF2-40B4-BE49-F238E27FC236}">
                <a16:creationId xmlns:a16="http://schemas.microsoft.com/office/drawing/2014/main" id="{409C0C71-CCFC-6260-B58A-2E2DB811CEAF}"/>
              </a:ext>
            </a:extLst>
          </p:cNvPr>
          <p:cNvSpPr txBox="1">
            <a:spLocks/>
          </p:cNvSpPr>
          <p:nvPr/>
        </p:nvSpPr>
        <p:spPr>
          <a:xfrm>
            <a:off x="299873" y="58628"/>
            <a:ext cx="10772775" cy="1657350"/>
          </a:xfrm>
          <a:prstGeom prst="rect">
            <a:avLst/>
          </a:prstGeom>
        </p:spPr>
        <p:txBody>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r>
              <a:rPr lang="en-IN" sz="4400" dirty="0">
                <a:solidFill>
                  <a:schemeClr val="accent5"/>
                </a:solidFill>
                <a:latin typeface="Times New Roman" panose="02020603050405020304" pitchFamily="18" charset="0"/>
                <a:cs typeface="Times New Roman" panose="02020603050405020304" pitchFamily="18" charset="0"/>
              </a:rPr>
              <a:t>Ordinal Model</a:t>
            </a:r>
          </a:p>
        </p:txBody>
      </p:sp>
      <p:pic>
        <p:nvPicPr>
          <p:cNvPr id="8" name="Picture 7">
            <a:extLst>
              <a:ext uri="{FF2B5EF4-FFF2-40B4-BE49-F238E27FC236}">
                <a16:creationId xmlns:a16="http://schemas.microsoft.com/office/drawing/2014/main" id="{2D7F610C-3948-DA3B-D479-75FAFC527C28}"/>
              </a:ext>
            </a:extLst>
          </p:cNvPr>
          <p:cNvPicPr>
            <a:picLocks noChangeAspect="1"/>
          </p:cNvPicPr>
          <p:nvPr/>
        </p:nvPicPr>
        <p:blipFill>
          <a:blip r:embed="rId2"/>
          <a:stretch>
            <a:fillRect/>
          </a:stretch>
        </p:blipFill>
        <p:spPr>
          <a:xfrm>
            <a:off x="2084810" y="1802524"/>
            <a:ext cx="5797950" cy="2217683"/>
          </a:xfrm>
          <a:prstGeom prst="rect">
            <a:avLst/>
          </a:prstGeom>
        </p:spPr>
      </p:pic>
      <p:sp>
        <p:nvSpPr>
          <p:cNvPr id="10" name="TextBox 9">
            <a:extLst>
              <a:ext uri="{FF2B5EF4-FFF2-40B4-BE49-F238E27FC236}">
                <a16:creationId xmlns:a16="http://schemas.microsoft.com/office/drawing/2014/main" id="{2A94E3FE-B444-4541-CF48-82A235287829}"/>
              </a:ext>
            </a:extLst>
          </p:cNvPr>
          <p:cNvSpPr txBox="1"/>
          <p:nvPr/>
        </p:nvSpPr>
        <p:spPr>
          <a:xfrm>
            <a:off x="383626" y="646920"/>
            <a:ext cx="9454055" cy="1200329"/>
          </a:xfrm>
          <a:prstGeom prst="rect">
            <a:avLst/>
          </a:prstGeom>
          <a:noFill/>
        </p:spPr>
        <p:txBody>
          <a:bodyPr wrap="square">
            <a:spAutoFit/>
          </a:bodyPr>
          <a:lstStyle/>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Assume the measurements lie on a discontinuous space with ordered values. </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Without loss of generality, we assume these values are integers between 0 and L included. </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Assume that the model values belonging to the manifold (which is continuous) describe a form of probability (here through the cumulative distribution function). </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28DC073-BBAB-01BF-EA17-9C552B1ED8D6}"/>
                  </a:ext>
                </a:extLst>
              </p:cNvPr>
              <p:cNvSpPr txBox="1"/>
              <p:nvPr/>
            </p:nvSpPr>
            <p:spPr>
              <a:xfrm>
                <a:off x="383626" y="4078446"/>
                <a:ext cx="10904482" cy="2643031"/>
              </a:xfrm>
              <a:prstGeom prst="rect">
                <a:avLst/>
              </a:prstGeom>
              <a:noFill/>
            </p:spPr>
            <p:txBody>
              <a:bodyPr wrap="square">
                <a:spAutoFit/>
              </a:bodyPr>
              <a:lstStyle/>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where </a:t>
                </a:r>
                <a14:m>
                  <m:oMath xmlns:m="http://schemas.openxmlformats.org/officeDocument/2006/math">
                    <m:sSubSup>
                      <m:sSubSupPr>
                        <m:ctrlPr>
                          <a:rPr lang="en-US" b="1" i="1" smtClean="0">
                            <a:latin typeface="Cambria Math" panose="02040503050406030204" pitchFamily="18" charset="0"/>
                            <a:cs typeface="Times New Roman" panose="02020603050405020304" pitchFamily="18" charset="0"/>
                          </a:rPr>
                        </m:ctrlPr>
                      </m:sSubSupPr>
                      <m:e>
                        <m:r>
                          <m:rPr>
                            <m:nor/>
                          </m:rPr>
                          <a:rPr lang="en-US" b="1" dirty="0">
                            <a:latin typeface="Times New Roman" panose="02020603050405020304" pitchFamily="18" charset="0"/>
                            <a:cs typeface="Times New Roman" panose="02020603050405020304" pitchFamily="18" charset="0"/>
                          </a:rPr>
                          <m:t>ψ</m:t>
                        </m:r>
                      </m:e>
                      <m:sub>
                        <m:r>
                          <a:rPr lang="en-IN" b="1" i="1" dirty="0" smtClean="0">
                            <a:latin typeface="Cambria Math" panose="02040503050406030204" pitchFamily="18" charset="0"/>
                            <a:cs typeface="Times New Roman" panose="02020603050405020304" pitchFamily="18" charset="0"/>
                          </a:rPr>
                          <m:t>𝒊</m:t>
                        </m:r>
                        <m:r>
                          <a:rPr lang="en-IN" b="1" i="1" smtClean="0">
                            <a:latin typeface="Cambria Math" panose="02040503050406030204" pitchFamily="18" charset="0"/>
                            <a:cs typeface="Times New Roman" panose="02020603050405020304" pitchFamily="18" charset="0"/>
                          </a:rPr>
                          <m:t>𝒌</m:t>
                        </m:r>
                      </m:sub>
                      <m:sup>
                        <m:r>
                          <a:rPr lang="en-IN" b="1" i="1" smtClean="0">
                            <a:latin typeface="Cambria Math" panose="02040503050406030204" pitchFamily="18" charset="0"/>
                            <a:cs typeface="Times New Roman" panose="02020603050405020304" pitchFamily="18" charset="0"/>
                          </a:rPr>
                          <m:t>𝒍</m:t>
                        </m:r>
                      </m:sup>
                    </m:sSubSup>
                  </m:oMath>
                </a14:m>
                <a:r>
                  <a:rPr lang="en-US" sz="1800" b="1" spc="0" dirty="0">
                    <a:solidFill>
                      <a:schemeClr val="tx1"/>
                    </a:solidFill>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is the time </a:t>
                </a:r>
                <a:r>
                  <a:rPr lang="en-US" dirty="0" err="1">
                    <a:latin typeface="Times New Roman" panose="02020603050405020304" pitchFamily="18" charset="0"/>
                    <a:cs typeface="Times New Roman" panose="02020603050405020304" pitchFamily="18" charset="0"/>
                  </a:rPr>
                  <a:t>reparametrization</a:t>
                </a:r>
                <a:r>
                  <a:rPr lang="en-US" dirty="0">
                    <a:latin typeface="Times New Roman" panose="02020603050405020304" pitchFamily="18" charset="0"/>
                    <a:cs typeface="Times New Roman" panose="02020603050405020304" pitchFamily="18" charset="0"/>
                  </a:rPr>
                  <a:t> of individual </a:t>
                </a:r>
                <a:r>
                  <a:rPr lang="en-US" b="1" i="1"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for the item </a:t>
                </a:r>
                <a:r>
                  <a:rPr lang="en-US" b="1" i="1" dirty="0">
                    <a:latin typeface="Times New Roman" panose="02020603050405020304" pitchFamily="18" charset="0"/>
                    <a:cs typeface="Times New Roman" panose="02020603050405020304" pitchFamily="18" charset="0"/>
                  </a:rPr>
                  <a:t>k</a:t>
                </a:r>
                <a:r>
                  <a:rPr lang="en-US" dirty="0">
                    <a:latin typeface="Times New Roman" panose="02020603050405020304" pitchFamily="18" charset="0"/>
                    <a:cs typeface="Times New Roman" panose="02020603050405020304" pitchFamily="18" charset="0"/>
                  </a:rPr>
                  <a:t> at level </a:t>
                </a:r>
                <a:r>
                  <a:rPr lang="en-US" b="1" i="1" dirty="0">
                    <a:latin typeface="Times New Roman" panose="02020603050405020304" pitchFamily="18" charset="0"/>
                    <a:cs typeface="Times New Roman" panose="02020603050405020304" pitchFamily="18" charset="0"/>
                  </a:rPr>
                  <a:t>l</a:t>
                </a:r>
                <a:r>
                  <a:rPr lang="en-US"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population parameters (</a:t>
                </a:r>
                <a14:m>
                  <m:oMath xmlns:m="http://schemas.openxmlformats.org/officeDocument/2006/math">
                    <m:sSub>
                      <m:sSubPr>
                        <m:ctrlPr>
                          <a:rPr lang="en-US" sz="1800" b="1" i="1" spc="0" smtClean="0">
                            <a:solidFill>
                              <a:schemeClr val="tx1"/>
                            </a:solidFill>
                            <a:latin typeface="Cambria Math" panose="02040503050406030204" pitchFamily="18" charset="0"/>
                            <a:cs typeface="Times New Roman" panose="02020603050405020304" pitchFamily="18" charset="0"/>
                          </a:rPr>
                        </m:ctrlPr>
                      </m:sSubPr>
                      <m:e>
                        <m:r>
                          <m:rPr>
                            <m:nor/>
                          </m:rPr>
                          <a:rPr lang="en-IN" sz="1800" b="1" i="0" spc="0" smtClean="0">
                            <a:solidFill>
                              <a:schemeClr val="tx1"/>
                            </a:solidFill>
                            <a:latin typeface="Cambria Math" panose="02040503050406030204" pitchFamily="18" charset="0"/>
                            <a:cs typeface="Times New Roman" panose="02020603050405020304" pitchFamily="18" charset="0"/>
                          </a:rPr>
                          <m:t>p</m:t>
                        </m:r>
                      </m:e>
                      <m:sub>
                        <m:r>
                          <a:rPr lang="en-IN" sz="1800" b="1" i="1" spc="0" smtClean="0">
                            <a:solidFill>
                              <a:schemeClr val="tx1"/>
                            </a:solidFill>
                            <a:latin typeface="Cambria Math" panose="02040503050406030204" pitchFamily="18" charset="0"/>
                            <a:cs typeface="Times New Roman" panose="02020603050405020304" pitchFamily="18" charset="0"/>
                          </a:rPr>
                          <m:t>𝒌</m:t>
                        </m:r>
                      </m:sub>
                    </m:sSub>
                  </m:oMath>
                </a14:m>
                <a:r>
                  <a:rPr lang="en-US" sz="1800" b="1" dirty="0">
                    <a:solidFill>
                      <a:schemeClr val="tx1"/>
                    </a:solidFill>
                    <a:latin typeface="Times New Roman" panose="02020603050405020304" pitchFamily="18" charset="0"/>
                    <a:cs typeface="Times New Roman" panose="02020603050405020304" pitchFamily="18" charset="0"/>
                  </a:rPr>
                  <a:t> </a:t>
                </a:r>
                <a:r>
                  <a:rPr lang="en-US" b="1"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b="1" i="1">
                            <a:solidFill>
                              <a:schemeClr val="tx1"/>
                            </a:solidFill>
                            <a:latin typeface="Cambria Math" panose="02040503050406030204" pitchFamily="18" charset="0"/>
                            <a:cs typeface="Times New Roman" panose="02020603050405020304" pitchFamily="18" charset="0"/>
                          </a:rPr>
                        </m:ctrlPr>
                      </m:sSubPr>
                      <m:e>
                        <m:r>
                          <m:rPr>
                            <m:nor/>
                          </m:rPr>
                          <a:rPr lang="en-IN" b="1" i="0" smtClean="0">
                            <a:solidFill>
                              <a:schemeClr val="tx1"/>
                            </a:solidFill>
                            <a:latin typeface="Cambria Math" panose="02040503050406030204" pitchFamily="18" charset="0"/>
                            <a:cs typeface="Times New Roman" panose="02020603050405020304" pitchFamily="18" charset="0"/>
                          </a:rPr>
                          <m:t>v</m:t>
                        </m:r>
                      </m:e>
                      <m:sub>
                        <m:r>
                          <a:rPr lang="en-IN" b="1" i="1" smtClean="0">
                            <a:solidFill>
                              <a:schemeClr val="tx1"/>
                            </a:solidFill>
                            <a:latin typeface="Cambria Math" panose="02040503050406030204" pitchFamily="18" charset="0"/>
                            <a:cs typeface="Times New Roman" panose="02020603050405020304" pitchFamily="18" charset="0"/>
                          </a:rPr>
                          <m:t>𝒌</m:t>
                        </m:r>
                      </m:sub>
                    </m:sSub>
                  </m:oMath>
                </a14:m>
                <a:r>
                  <a:rPr lang="en-US" b="1" dirty="0">
                    <a:solidFill>
                      <a:schemeClr val="tx1"/>
                    </a:solidFill>
                    <a:latin typeface="Times New Roman" panose="02020603050405020304" pitchFamily="18" charset="0"/>
                    <a:cs typeface="Times New Roman" panose="02020603050405020304" pitchFamily="18" charset="0"/>
                  </a:rPr>
                  <a:t> , </a:t>
                </a:r>
                <a14:m>
                  <m:oMath xmlns:m="http://schemas.openxmlformats.org/officeDocument/2006/math">
                    <m:sSub>
                      <m:sSubPr>
                        <m:ctrlPr>
                          <a:rPr lang="en-US" b="1" i="1">
                            <a:solidFill>
                              <a:schemeClr val="tx1"/>
                            </a:solidFill>
                            <a:latin typeface="Cambria Math" panose="02040503050406030204" pitchFamily="18" charset="0"/>
                            <a:cs typeface="Times New Roman" panose="02020603050405020304" pitchFamily="18" charset="0"/>
                          </a:rPr>
                        </m:ctrlPr>
                      </m:sSubPr>
                      <m:e>
                        <m:r>
                          <m:rPr>
                            <m:nor/>
                          </m:rPr>
                          <a:rPr lang="en-IN" b="1">
                            <a:solidFill>
                              <a:schemeClr val="tx1"/>
                            </a:solidFill>
                            <a:latin typeface="Cambria Math" panose="02040503050406030204" pitchFamily="18" charset="0"/>
                            <a:cs typeface="Times New Roman" panose="02020603050405020304" pitchFamily="18" charset="0"/>
                          </a:rPr>
                          <m:t>t</m:t>
                        </m:r>
                      </m:e>
                      <m:sub>
                        <m:r>
                          <a:rPr lang="en-IN" b="1" i="1" dirty="0">
                            <a:solidFill>
                              <a:schemeClr val="tx1"/>
                            </a:solidFill>
                            <a:latin typeface="Cambria Math" panose="02040503050406030204" pitchFamily="18" charset="0"/>
                            <a:cs typeface="Times New Roman" panose="02020603050405020304" pitchFamily="18" charset="0"/>
                          </a:rPr>
                          <m:t>𝟎</m:t>
                        </m:r>
                      </m:sub>
                    </m:sSub>
                  </m:oMath>
                </a14:m>
                <a:r>
                  <a:rPr lang="en-US" dirty="0">
                    <a:latin typeface="Times New Roman" panose="02020603050405020304" pitchFamily="18" charset="0"/>
                    <a:cs typeface="Times New Roman" panose="02020603050405020304" pitchFamily="18" charset="0"/>
                  </a:rPr>
                  <a:t>) define the base logistic curve (i.e. the curve for level 1 of the item) as the initial position, initial velocity and initial time respectively. </a:t>
                </a:r>
              </a:p>
              <a:p>
                <a:pPr marL="285750" indent="-285750">
                  <a:buFont typeface="Wingdings" panose="05000000000000000000" pitchFamily="2" charset="2"/>
                  <a:buChar char="§"/>
                </a:pPr>
                <a14:m>
                  <m:oMath xmlns:m="http://schemas.openxmlformats.org/officeDocument/2006/math">
                    <m:sSub>
                      <m:sSubPr>
                        <m:ctrlPr>
                          <a:rPr lang="en-US" sz="1800" b="1" i="1" spc="0" smtClean="0">
                            <a:solidFill>
                              <a:schemeClr val="tx1"/>
                            </a:solidFill>
                            <a:latin typeface="Cambria Math" panose="02040503050406030204" pitchFamily="18" charset="0"/>
                            <a:cs typeface="Times New Roman" panose="02020603050405020304" pitchFamily="18" charset="0"/>
                          </a:rPr>
                        </m:ctrlPr>
                      </m:sSubPr>
                      <m:e>
                        <m:r>
                          <m:rPr>
                            <m:nor/>
                          </m:rPr>
                          <a:rPr lang="en-US" b="1" dirty="0">
                            <a:latin typeface="Times New Roman" panose="02020603050405020304" pitchFamily="18" charset="0"/>
                            <a:cs typeface="Times New Roman" panose="02020603050405020304" pitchFamily="18" charset="0"/>
                          </a:rPr>
                          <m:t>τ</m:t>
                        </m:r>
                      </m:e>
                      <m:sub>
                        <m:r>
                          <a:rPr lang="en-IN" sz="1800" b="1" i="1" spc="0" smtClean="0">
                            <a:solidFill>
                              <a:schemeClr val="tx1"/>
                            </a:solidFill>
                            <a:latin typeface="Cambria Math" panose="02040503050406030204" pitchFamily="18" charset="0"/>
                            <a:cs typeface="Times New Roman" panose="02020603050405020304" pitchFamily="18" charset="0"/>
                          </a:rPr>
                          <m:t>𝒊</m:t>
                        </m:r>
                      </m:sub>
                    </m:sSub>
                  </m:oMath>
                </a14:m>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and </a:t>
                </a:r>
                <a14:m>
                  <m:oMath xmlns:m="http://schemas.openxmlformats.org/officeDocument/2006/math">
                    <m:sSub>
                      <m:sSubPr>
                        <m:ctrlPr>
                          <a:rPr lang="en-US" b="1" i="1">
                            <a:latin typeface="Cambria Math" panose="02040503050406030204" pitchFamily="18" charset="0"/>
                            <a:cs typeface="Times New Roman" panose="02020603050405020304" pitchFamily="18" charset="0"/>
                          </a:rPr>
                        </m:ctrlPr>
                      </m:sSubPr>
                      <m:e>
                        <m:r>
                          <m:rPr>
                            <m:nor/>
                          </m:rPr>
                          <a:rPr lang="en-US" dirty="0">
                            <a:latin typeface="Times New Roman" panose="02020603050405020304" pitchFamily="18" charset="0"/>
                            <a:cs typeface="Times New Roman" panose="02020603050405020304" pitchFamily="18" charset="0"/>
                          </a:rPr>
                          <m:t>ξ</m:t>
                        </m:r>
                      </m:e>
                      <m:sub>
                        <m:r>
                          <a:rPr lang="en-IN" b="1" i="1">
                            <a:latin typeface="Cambria Math" panose="02040503050406030204" pitchFamily="18" charset="0"/>
                            <a:cs typeface="Times New Roman" panose="02020603050405020304" pitchFamily="18" charset="0"/>
                          </a:rPr>
                          <m:t>𝒊</m:t>
                        </m:r>
                      </m:sub>
                    </m:sSub>
                  </m:oMath>
                </a14:m>
                <a:r>
                  <a:rPr lang="en-US" dirty="0">
                    <a:latin typeface="Times New Roman" panose="02020603050405020304" pitchFamily="18" charset="0"/>
                    <a:cs typeface="Times New Roman" panose="02020603050405020304" pitchFamily="18" charset="0"/>
                  </a:rPr>
                  <a:t> are the time-related parameters, namely the time-shift and the log-acceleration.</a:t>
                </a: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14:m>
                  <m:oMath xmlns:m="http://schemas.openxmlformats.org/officeDocument/2006/math">
                    <m:sSub>
                      <m:sSubPr>
                        <m:ctrlPr>
                          <a:rPr lang="en-US" sz="1800" b="1" i="1" spc="0" smtClean="0">
                            <a:solidFill>
                              <a:schemeClr val="tx1"/>
                            </a:solidFill>
                            <a:latin typeface="Cambria Math" panose="02040503050406030204" pitchFamily="18" charset="0"/>
                            <a:cs typeface="Times New Roman" panose="02020603050405020304" pitchFamily="18" charset="0"/>
                          </a:rPr>
                        </m:ctrlPr>
                      </m:sSubPr>
                      <m:e>
                        <m:r>
                          <m:rPr>
                            <m:nor/>
                          </m:rPr>
                          <a:rPr lang="en-IN" sz="1800" b="1" i="0" spc="0" smtClean="0">
                            <a:solidFill>
                              <a:schemeClr val="tx1"/>
                            </a:solidFill>
                            <a:latin typeface="Cambria Math" panose="02040503050406030204" pitchFamily="18" charset="0"/>
                            <a:cs typeface="Times New Roman" panose="02020603050405020304" pitchFamily="18" charset="0"/>
                          </a:rPr>
                          <m:t>w</m:t>
                        </m:r>
                      </m:e>
                      <m:sub>
                        <m:r>
                          <a:rPr lang="en-IN" sz="1800" b="1" i="1" spc="0" smtClean="0">
                            <a:solidFill>
                              <a:schemeClr val="tx1"/>
                            </a:solidFill>
                            <a:latin typeface="Cambria Math" panose="02040503050406030204" pitchFamily="18" charset="0"/>
                            <a:cs typeface="Times New Roman" panose="02020603050405020304" pitchFamily="18" charset="0"/>
                          </a:rPr>
                          <m:t>𝒊𝒌</m:t>
                        </m:r>
                      </m:sub>
                    </m:sSub>
                  </m:oMath>
                </a14:m>
                <a:r>
                  <a:rPr lang="en-US" dirty="0">
                    <a:latin typeface="Times New Roman" panose="02020603050405020304" pitchFamily="18" charset="0"/>
                    <a:cs typeface="Times New Roman" panose="02020603050405020304" pitchFamily="18" charset="0"/>
                  </a:rPr>
                  <a:t> is the space-shift. </a:t>
                </a:r>
              </a:p>
              <a:p>
                <a:pPr marL="285750" indent="-285750">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14:m>
                  <m:oMath xmlns:m="http://schemas.openxmlformats.org/officeDocument/2006/math">
                    <m:sSubSup>
                      <m:sSubSupPr>
                        <m:ctrlPr>
                          <a:rPr lang="en-US" b="1" i="1" smtClean="0">
                            <a:latin typeface="Cambria Math" panose="02040503050406030204" pitchFamily="18" charset="0"/>
                            <a:cs typeface="Times New Roman" panose="02020603050405020304" pitchFamily="18" charset="0"/>
                          </a:rPr>
                        </m:ctrlPr>
                      </m:sSubSupPr>
                      <m:e>
                        <m:r>
                          <m:rPr>
                            <m:nor/>
                          </m:rPr>
                          <a:rPr lang="en-US" b="1" dirty="0">
                            <a:latin typeface="Times New Roman" panose="02020603050405020304" pitchFamily="18" charset="0"/>
                            <a:cs typeface="Times New Roman" panose="02020603050405020304" pitchFamily="18" charset="0"/>
                          </a:rPr>
                          <m:t>δ</m:t>
                        </m:r>
                      </m:e>
                      <m:sub>
                        <m:r>
                          <a:rPr lang="en-IN" b="1" i="1" smtClean="0">
                            <a:latin typeface="Cambria Math" panose="02040503050406030204" pitchFamily="18" charset="0"/>
                            <a:cs typeface="Times New Roman" panose="02020603050405020304" pitchFamily="18" charset="0"/>
                          </a:rPr>
                          <m:t>𝒌</m:t>
                        </m:r>
                      </m:sub>
                      <m:sup>
                        <m:r>
                          <a:rPr lang="en-IN" b="1" i="1" smtClean="0">
                            <a:latin typeface="Cambria Math" panose="02040503050406030204" pitchFamily="18" charset="0"/>
                            <a:cs typeface="Times New Roman" panose="02020603050405020304" pitchFamily="18" charset="0"/>
                          </a:rPr>
                          <m:t>𝒍</m:t>
                        </m:r>
                      </m:sup>
                    </m:sSubSup>
                  </m:oMath>
                </a14:m>
                <a:r>
                  <a:rPr lang="en-US" dirty="0">
                    <a:latin typeface="Times New Roman" panose="02020603050405020304" pitchFamily="18" charset="0"/>
                    <a:cs typeface="Times New Roman" panose="02020603050405020304" pitchFamily="18" charset="0"/>
                  </a:rPr>
                  <a:t> are new parameters introduced to deal with the different levels of the item</a:t>
                </a:r>
                <a:r>
                  <a:rPr lang="en-US" dirty="0"/>
                  <a:t>.</a:t>
                </a:r>
                <a:endParaRPr lang="en-IN" dirty="0"/>
              </a:p>
            </p:txBody>
          </p:sp>
        </mc:Choice>
        <mc:Fallback xmlns="">
          <p:sp>
            <p:nvSpPr>
              <p:cNvPr id="13" name="TextBox 12">
                <a:extLst>
                  <a:ext uri="{FF2B5EF4-FFF2-40B4-BE49-F238E27FC236}">
                    <a16:creationId xmlns:a16="http://schemas.microsoft.com/office/drawing/2014/main" id="{E28DC073-BBAB-01BF-EA17-9C552B1ED8D6}"/>
                  </a:ext>
                </a:extLst>
              </p:cNvPr>
              <p:cNvSpPr txBox="1">
                <a:spLocks noRot="1" noChangeAspect="1" noMove="1" noResize="1" noEditPoints="1" noAdjustHandles="1" noChangeArrowheads="1" noChangeShapeType="1" noTextEdit="1"/>
              </p:cNvSpPr>
              <p:nvPr/>
            </p:nvSpPr>
            <p:spPr>
              <a:xfrm>
                <a:off x="383626" y="4078446"/>
                <a:ext cx="10904482" cy="2643031"/>
              </a:xfrm>
              <a:prstGeom prst="rect">
                <a:avLst/>
              </a:prstGeom>
              <a:blipFill>
                <a:blip r:embed="rId3"/>
                <a:stretch>
                  <a:fillRect l="-391" t="-230" r="-671" b="-2765"/>
                </a:stretch>
              </a:blipFill>
            </p:spPr>
            <p:txBody>
              <a:bodyPr/>
              <a:lstStyle/>
              <a:p>
                <a:r>
                  <a:rPr lang="en-IN">
                    <a:noFill/>
                  </a:rPr>
                  <a:t> </a:t>
                </a:r>
              </a:p>
            </p:txBody>
          </p:sp>
        </mc:Fallback>
      </mc:AlternateContent>
    </p:spTree>
    <p:extLst>
      <p:ext uri="{BB962C8B-B14F-4D97-AF65-F5344CB8AC3E}">
        <p14:creationId xmlns:p14="http://schemas.microsoft.com/office/powerpoint/2010/main" val="18193781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936416D-A4DF-F09D-64C4-EC4156FF7378}"/>
                  </a:ext>
                </a:extLst>
              </p:cNvPr>
              <p:cNvSpPr txBox="1"/>
              <p:nvPr/>
            </p:nvSpPr>
            <p:spPr>
              <a:xfrm>
                <a:off x="289035" y="639904"/>
                <a:ext cx="11293365" cy="5435719"/>
              </a:xfrm>
              <a:prstGeom prst="rect">
                <a:avLst/>
              </a:prstGeom>
              <a:noFill/>
            </p:spPr>
            <p:txBody>
              <a:bodyPr wrap="square">
                <a:spAutoFit/>
              </a:bodyPr>
              <a:lstStyle/>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idea is to model the cumulative distribution function with the logistic curves instead of the probabilities of each level directly. </a:t>
                </a:r>
              </a:p>
              <a:p>
                <a:pPr marL="285750" indent="-285750">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Each level is modelled with a logistic curve. </a:t>
                </a:r>
              </a:p>
              <a:p>
                <a:pPr marL="285750" indent="-285750">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To not want to overparametrize the model, we choose to enforce parallelism by setting the same velocity </a:t>
                </a:r>
                <a:r>
                  <a:rPr lang="en-US" b="1" dirty="0">
                    <a:latin typeface="Times New Roman" panose="02020603050405020304" pitchFamily="18" charset="0"/>
                    <a:cs typeface="Times New Roman" panose="02020603050405020304" pitchFamily="18" charset="0"/>
                  </a:rPr>
                  <a:t>v</a:t>
                </a:r>
                <a:r>
                  <a:rPr lang="en-US" dirty="0">
                    <a:latin typeface="Times New Roman" panose="02020603050405020304" pitchFamily="18" charset="0"/>
                    <a:cs typeface="Times New Roman" panose="02020603050405020304" pitchFamily="18" charset="0"/>
                  </a:rPr>
                  <a:t> for each level of a same item. </a:t>
                </a: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This introduces only one parameter for each added level. </a:t>
                </a:r>
              </a:p>
              <a:p>
                <a:pPr marL="285750" indent="-285750">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new parameter is </a:t>
                </a:r>
                <a14:m>
                  <m:oMath xmlns:m="http://schemas.openxmlformats.org/officeDocument/2006/math">
                    <m:sSubSup>
                      <m:sSubSupPr>
                        <m:ctrlPr>
                          <a:rPr lang="en-US" b="1" i="1" smtClean="0">
                            <a:latin typeface="Cambria Math" panose="02040503050406030204" pitchFamily="18" charset="0"/>
                            <a:cs typeface="Times New Roman" panose="02020603050405020304" pitchFamily="18" charset="0"/>
                          </a:rPr>
                        </m:ctrlPr>
                      </m:sSubSupPr>
                      <m:e>
                        <m:r>
                          <m:rPr>
                            <m:nor/>
                          </m:rPr>
                          <a:rPr lang="en-US" b="1" dirty="0">
                            <a:latin typeface="Times New Roman" panose="02020603050405020304" pitchFamily="18" charset="0"/>
                            <a:cs typeface="Times New Roman" panose="02020603050405020304" pitchFamily="18" charset="0"/>
                          </a:rPr>
                          <m:t>δ</m:t>
                        </m:r>
                      </m:e>
                      <m:sub>
                        <m:r>
                          <a:rPr lang="en-IN" b="1" i="1" smtClean="0">
                            <a:latin typeface="Cambria Math" panose="02040503050406030204" pitchFamily="18" charset="0"/>
                            <a:cs typeface="Times New Roman" panose="02020603050405020304" pitchFamily="18" charset="0"/>
                          </a:rPr>
                          <m:t>𝒌</m:t>
                        </m:r>
                      </m:sub>
                      <m:sup>
                        <m:r>
                          <a:rPr lang="en-IN" b="1" i="1" smtClean="0">
                            <a:latin typeface="Cambria Math" panose="02040503050406030204" pitchFamily="18" charset="0"/>
                            <a:cs typeface="Times New Roman" panose="02020603050405020304" pitchFamily="18" charset="0"/>
                          </a:rPr>
                          <m:t>𝒍</m:t>
                        </m:r>
                      </m:sup>
                    </m:sSubSup>
                  </m:oMath>
                </a14:m>
                <a:r>
                  <a:rPr lang="en-US" dirty="0">
                    <a:latin typeface="Times New Roman" panose="02020603050405020304" pitchFamily="18" charset="0"/>
                    <a:cs typeface="Times New Roman" panose="02020603050405020304" pitchFamily="18" charset="0"/>
                  </a:rPr>
                  <a:t>, the delay in time between levels </a:t>
                </a:r>
                <a:r>
                  <a:rPr lang="en-US" b="1" i="1" dirty="0">
                    <a:latin typeface="Times New Roman" panose="02020603050405020304" pitchFamily="18" charset="0"/>
                    <a:cs typeface="Times New Roman" panose="02020603050405020304" pitchFamily="18" charset="0"/>
                  </a:rPr>
                  <a:t>l − 1 </a:t>
                </a:r>
                <a:r>
                  <a:rPr lang="en-US" dirty="0">
                    <a:latin typeface="Times New Roman" panose="02020603050405020304" pitchFamily="18" charset="0"/>
                    <a:cs typeface="Times New Roman" panose="02020603050405020304" pitchFamily="18" charset="0"/>
                  </a:rPr>
                  <a:t>and </a:t>
                </a:r>
                <a:r>
                  <a:rPr lang="en-US" b="1" i="1" dirty="0">
                    <a:latin typeface="Times New Roman" panose="02020603050405020304" pitchFamily="18" charset="0"/>
                    <a:cs typeface="Times New Roman" panose="02020603050405020304" pitchFamily="18" charset="0"/>
                  </a:rPr>
                  <a:t>l</a:t>
                </a:r>
                <a:r>
                  <a:rPr lang="en-US"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This delay is a fixed effect, so it is shared by the whole population. </a:t>
                </a:r>
              </a:p>
              <a:p>
                <a:pPr marL="285750" indent="-285750">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Since it is added to the time </a:t>
                </a:r>
                <a:r>
                  <a:rPr lang="en-US" dirty="0" err="1">
                    <a:latin typeface="Times New Roman" panose="02020603050405020304" pitchFamily="18" charset="0"/>
                    <a:cs typeface="Times New Roman" panose="02020603050405020304" pitchFamily="18" charset="0"/>
                  </a:rPr>
                  <a:t>reparametrization</a:t>
                </a:r>
                <a:r>
                  <a:rPr lang="en-US" dirty="0">
                    <a:latin typeface="Times New Roman" panose="02020603050405020304" pitchFamily="18" charset="0"/>
                    <a:cs typeface="Times New Roman" panose="02020603050405020304" pitchFamily="18" charset="0"/>
                  </a:rPr>
                  <a:t> function </a:t>
                </a:r>
                <a14:m>
                  <m:oMath xmlns:m="http://schemas.openxmlformats.org/officeDocument/2006/math">
                    <m:sSub>
                      <m:sSubPr>
                        <m:ctrlPr>
                          <a:rPr lang="en-US" b="1" i="1">
                            <a:latin typeface="Cambria Math" panose="02040503050406030204" pitchFamily="18" charset="0"/>
                            <a:cs typeface="Times New Roman" panose="02020603050405020304" pitchFamily="18" charset="0"/>
                          </a:rPr>
                        </m:ctrlPr>
                      </m:sSubPr>
                      <m:e>
                        <m:r>
                          <m:rPr>
                            <m:nor/>
                          </m:rPr>
                          <a:rPr lang="en-US" b="1" dirty="0">
                            <a:latin typeface="Times New Roman" panose="02020603050405020304" pitchFamily="18" charset="0"/>
                            <a:cs typeface="Times New Roman" panose="02020603050405020304" pitchFamily="18" charset="0"/>
                          </a:rPr>
                          <m:t>ψ</m:t>
                        </m:r>
                      </m:e>
                      <m:sub>
                        <m:r>
                          <a:rPr lang="en-IN" b="1" i="1">
                            <a:latin typeface="Cambria Math" panose="02040503050406030204" pitchFamily="18" charset="0"/>
                            <a:cs typeface="Times New Roman" panose="02020603050405020304" pitchFamily="18" charset="0"/>
                          </a:rPr>
                          <m:t>𝒊</m:t>
                        </m:r>
                        <m:r>
                          <a:rPr lang="en-IN" b="1" i="1" smtClean="0">
                            <a:latin typeface="Cambria Math" panose="02040503050406030204" pitchFamily="18" charset="0"/>
                            <a:cs typeface="Times New Roman" panose="02020603050405020304" pitchFamily="18" charset="0"/>
                          </a:rPr>
                          <m:t>𝒌</m:t>
                        </m:r>
                      </m:sub>
                    </m:sSub>
                  </m:oMath>
                </a14:m>
                <a:r>
                  <a:rPr lang="en-US" dirty="0">
                    <a:latin typeface="Times New Roman" panose="02020603050405020304" pitchFamily="18" charset="0"/>
                    <a:cs typeface="Times New Roman" panose="02020603050405020304" pitchFamily="18" charset="0"/>
                  </a:rPr>
                  <a:t> after the affine transformation of time by </a:t>
                </a:r>
                <a14:m>
                  <m:oMath xmlns:m="http://schemas.openxmlformats.org/officeDocument/2006/math">
                    <m:r>
                      <m:rPr>
                        <m:nor/>
                      </m:rPr>
                      <a:rPr lang="en-US" b="1" dirty="0" smtClean="0">
                        <a:latin typeface="Times New Roman" panose="02020603050405020304" pitchFamily="18" charset="0"/>
                        <a:cs typeface="Times New Roman" panose="02020603050405020304" pitchFamily="18" charset="0"/>
                      </a:rPr>
                      <m:t>τ</m:t>
                    </m:r>
                  </m:oMath>
                </a14:m>
                <a:r>
                  <a:rPr lang="en-US" dirty="0">
                    <a:latin typeface="Times New Roman" panose="02020603050405020304" pitchFamily="18" charset="0"/>
                    <a:cs typeface="Times New Roman" panose="02020603050405020304" pitchFamily="18" charset="0"/>
                  </a:rPr>
                  <a:t> and </a:t>
                </a:r>
                <a14:m>
                  <m:oMath xmlns:m="http://schemas.openxmlformats.org/officeDocument/2006/math">
                    <m:sSup>
                      <m:sSupPr>
                        <m:ctrlPr>
                          <a:rPr lang="en-US" b="1" i="1" smtClean="0">
                            <a:latin typeface="Cambria Math" panose="02040503050406030204" pitchFamily="18" charset="0"/>
                            <a:cs typeface="Times New Roman" panose="02020603050405020304" pitchFamily="18" charset="0"/>
                          </a:rPr>
                        </m:ctrlPr>
                      </m:sSupPr>
                      <m:e>
                        <m:r>
                          <a:rPr lang="en-IN" b="1" i="1" smtClean="0">
                            <a:latin typeface="Cambria Math" panose="02040503050406030204" pitchFamily="18" charset="0"/>
                            <a:cs typeface="Times New Roman" panose="02020603050405020304" pitchFamily="18" charset="0"/>
                          </a:rPr>
                          <m:t>𝒆</m:t>
                        </m:r>
                      </m:e>
                      <m:sup>
                        <m:r>
                          <m:rPr>
                            <m:nor/>
                          </m:rPr>
                          <a:rPr lang="en-US" b="1" dirty="0">
                            <a:latin typeface="Times New Roman" panose="02020603050405020304" pitchFamily="18" charset="0"/>
                            <a:cs typeface="Times New Roman" panose="02020603050405020304" pitchFamily="18" charset="0"/>
                          </a:rPr>
                          <m:t>ξ</m:t>
                        </m:r>
                      </m:sup>
                    </m:sSup>
                  </m:oMath>
                </a14:m>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this time delay is a duration in the common disease timeline. </a:t>
                </a: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From an interpretability standpoint, these delays are helpful in understanding which levels of an ordinal scale last longer than the others, or on the contrary which levels represent only a short transition</a:t>
                </a:r>
                <a:endParaRPr lang="en-IN" dirty="0">
                  <a:latin typeface="Times New Roman" panose="02020603050405020304" pitchFamily="18" charset="0"/>
                  <a:cs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8936416D-A4DF-F09D-64C4-EC4156FF7378}"/>
                  </a:ext>
                </a:extLst>
              </p:cNvPr>
              <p:cNvSpPr txBox="1">
                <a:spLocks noRot="1" noChangeAspect="1" noMove="1" noResize="1" noEditPoints="1" noAdjustHandles="1" noChangeArrowheads="1" noChangeShapeType="1" noTextEdit="1"/>
              </p:cNvSpPr>
              <p:nvPr/>
            </p:nvSpPr>
            <p:spPr>
              <a:xfrm>
                <a:off x="289035" y="639904"/>
                <a:ext cx="11293365" cy="5435719"/>
              </a:xfrm>
              <a:prstGeom prst="rect">
                <a:avLst/>
              </a:prstGeom>
              <a:blipFill>
                <a:blip r:embed="rId2"/>
                <a:stretch>
                  <a:fillRect l="-324" t="-673" b="-785"/>
                </a:stretch>
              </a:blipFill>
            </p:spPr>
            <p:txBody>
              <a:bodyPr/>
              <a:lstStyle/>
              <a:p>
                <a:r>
                  <a:rPr lang="en-IN">
                    <a:noFill/>
                  </a:rPr>
                  <a:t> </a:t>
                </a:r>
              </a:p>
            </p:txBody>
          </p:sp>
        </mc:Fallback>
      </mc:AlternateContent>
    </p:spTree>
    <p:extLst>
      <p:ext uri="{BB962C8B-B14F-4D97-AF65-F5344CB8AC3E}">
        <p14:creationId xmlns:p14="http://schemas.microsoft.com/office/powerpoint/2010/main" val="38633455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9BD9AE8-3BDA-0BA3-364B-9F364389F7BB}"/>
              </a:ext>
            </a:extLst>
          </p:cNvPr>
          <p:cNvSpPr>
            <a:spLocks noGrp="1"/>
          </p:cNvSpPr>
          <p:nvPr>
            <p:ph type="sldNum" sz="quarter" idx="12"/>
          </p:nvPr>
        </p:nvSpPr>
        <p:spPr/>
        <p:txBody>
          <a:bodyPr/>
          <a:lstStyle/>
          <a:p>
            <a:fld id="{B6E69D5D-3C54-E347-B3D4-70BDFA7C6521}" type="slidenum">
              <a:rPr lang="fr-FR" smtClean="0"/>
              <a:t>27</a:t>
            </a:fld>
            <a:endParaRPr lang="fr-FR" dirty="0"/>
          </a:p>
        </p:txBody>
      </p:sp>
      <p:sp>
        <p:nvSpPr>
          <p:cNvPr id="6" name="Title 1">
            <a:extLst>
              <a:ext uri="{FF2B5EF4-FFF2-40B4-BE49-F238E27FC236}">
                <a16:creationId xmlns:a16="http://schemas.microsoft.com/office/drawing/2014/main" id="{D87904B9-40A4-97DD-8BD0-0FAFA0602BC8}"/>
              </a:ext>
            </a:extLst>
          </p:cNvPr>
          <p:cNvSpPr txBox="1">
            <a:spLocks/>
          </p:cNvSpPr>
          <p:nvPr/>
        </p:nvSpPr>
        <p:spPr>
          <a:xfrm>
            <a:off x="299873" y="58628"/>
            <a:ext cx="10772775" cy="1657350"/>
          </a:xfrm>
          <a:prstGeom prst="rect">
            <a:avLst/>
          </a:prstGeom>
        </p:spPr>
        <p:txBody>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r>
              <a:rPr lang="en-IN" sz="4400" dirty="0">
                <a:solidFill>
                  <a:schemeClr val="accent5"/>
                </a:solidFill>
                <a:latin typeface="Times New Roman" panose="02020603050405020304" pitchFamily="18" charset="0"/>
                <a:cs typeface="Times New Roman" panose="02020603050405020304" pitchFamily="18" charset="0"/>
              </a:rPr>
              <a:t>Estimation</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2381055-6620-C2F3-1BF7-84D4A8878E4F}"/>
                  </a:ext>
                </a:extLst>
              </p:cNvPr>
              <p:cNvSpPr txBox="1"/>
              <p:nvPr/>
            </p:nvSpPr>
            <p:spPr>
              <a:xfrm>
                <a:off x="2695904" y="628512"/>
                <a:ext cx="8886496" cy="2377446"/>
              </a:xfrm>
              <a:prstGeom prst="rect">
                <a:avLst/>
              </a:prstGeom>
              <a:noFill/>
            </p:spPr>
            <p:txBody>
              <a:bodyPr wrap="square">
                <a:spAutoFit/>
              </a:bodyPr>
              <a:lstStyle/>
              <a:p>
                <a14:m>
                  <m:oMath xmlns:m="http://schemas.openxmlformats.org/officeDocument/2006/math">
                    <m:sSub>
                      <m:sSubPr>
                        <m:ctrlPr>
                          <a:rPr lang="en-US" sz="1800" b="1" i="1" spc="0" smtClean="0">
                            <a:solidFill>
                              <a:schemeClr val="tx1"/>
                            </a:solidFill>
                            <a:latin typeface="Cambria Math" panose="02040503050406030204" pitchFamily="18" charset="0"/>
                            <a:cs typeface="Times New Roman" panose="02020603050405020304" pitchFamily="18" charset="0"/>
                          </a:rPr>
                        </m:ctrlPr>
                      </m:sSubPr>
                      <m:e>
                        <m:r>
                          <m:rPr>
                            <m:nor/>
                          </m:rPr>
                          <a:rPr lang="en-IN" sz="1800" b="1" i="0" spc="0" smtClean="0">
                            <a:solidFill>
                              <a:schemeClr val="tx1"/>
                            </a:solidFill>
                            <a:latin typeface="Cambria Math" panose="02040503050406030204" pitchFamily="18" charset="0"/>
                            <a:cs typeface="Times New Roman" panose="02020603050405020304" pitchFamily="18" charset="0"/>
                          </a:rPr>
                          <m:t>y</m:t>
                        </m:r>
                      </m:e>
                      <m:sub>
                        <m:r>
                          <a:rPr lang="en-IN" sz="1800" b="1" i="1" spc="0" smtClean="0">
                            <a:solidFill>
                              <a:schemeClr val="tx1"/>
                            </a:solidFill>
                            <a:latin typeface="Cambria Math" panose="02040503050406030204" pitchFamily="18" charset="0"/>
                            <a:cs typeface="Times New Roman" panose="02020603050405020304" pitchFamily="18" charset="0"/>
                          </a:rPr>
                          <m:t>𝒊𝒋</m:t>
                        </m:r>
                      </m:sub>
                    </m:sSub>
                  </m:oMath>
                </a14:m>
                <a:r>
                  <a:rPr lang="el-GR"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b="1" i="1">
                            <a:latin typeface="Cambria Math" panose="02040503050406030204" pitchFamily="18" charset="0"/>
                            <a:cs typeface="Times New Roman" panose="02020603050405020304" pitchFamily="18" charset="0"/>
                          </a:rPr>
                        </m:ctrlPr>
                      </m:sSubPr>
                      <m:e>
                        <m:r>
                          <m:rPr>
                            <m:nor/>
                          </m:rPr>
                          <a:rPr lang="el-GR" dirty="0">
                            <a:latin typeface="Times New Roman" panose="02020603050405020304" pitchFamily="18" charset="0"/>
                            <a:cs typeface="Times New Roman" panose="02020603050405020304" pitchFamily="18" charset="0"/>
                          </a:rPr>
                          <m:t>γ</m:t>
                        </m:r>
                      </m:e>
                      <m:sub>
                        <m:r>
                          <a:rPr lang="en-IN" b="1" i="1">
                            <a:latin typeface="Cambria Math" panose="02040503050406030204" pitchFamily="18" charset="0"/>
                            <a:cs typeface="Times New Roman" panose="02020603050405020304" pitchFamily="18" charset="0"/>
                          </a:rPr>
                          <m:t>𝒊</m:t>
                        </m:r>
                      </m:sub>
                    </m:sSub>
                  </m:oMath>
                </a14:m>
                <a:r>
                  <a:rPr lang="en-US"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US" b="1" i="1">
                            <a:latin typeface="Cambria Math" panose="02040503050406030204" pitchFamily="18" charset="0"/>
                            <a:cs typeface="Times New Roman" panose="02020603050405020304" pitchFamily="18" charset="0"/>
                          </a:rPr>
                        </m:ctrlPr>
                      </m:sSubPr>
                      <m:e>
                        <m:r>
                          <m:rPr>
                            <m:nor/>
                          </m:rPr>
                          <a:rPr lang="el-GR" dirty="0">
                            <a:latin typeface="Times New Roman" panose="02020603050405020304" pitchFamily="18" charset="0"/>
                            <a:cs typeface="Times New Roman" panose="02020603050405020304" pitchFamily="18" charset="0"/>
                          </a:rPr>
                          <m:t>ψ</m:t>
                        </m:r>
                      </m:e>
                      <m:sub>
                        <m:r>
                          <a:rPr lang="en-IN" b="1" i="1">
                            <a:latin typeface="Cambria Math" panose="02040503050406030204" pitchFamily="18" charset="0"/>
                            <a:cs typeface="Times New Roman" panose="02020603050405020304" pitchFamily="18" charset="0"/>
                          </a:rPr>
                          <m:t>𝒊</m:t>
                        </m:r>
                      </m:sub>
                    </m:sSub>
                  </m:oMath>
                </a14:m>
                <a:r>
                  <a:rPr lang="en-IN"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US" b="1" i="1">
                            <a:latin typeface="Cambria Math" panose="02040503050406030204" pitchFamily="18" charset="0"/>
                            <a:cs typeface="Times New Roman" panose="02020603050405020304" pitchFamily="18" charset="0"/>
                          </a:rPr>
                        </m:ctrlPr>
                      </m:sSubPr>
                      <m:e>
                        <m:r>
                          <m:rPr>
                            <m:nor/>
                          </m:rPr>
                          <a:rPr lang="en-IN" b="0" i="0" smtClean="0">
                            <a:latin typeface="Cambria Math" panose="02040503050406030204" pitchFamily="18" charset="0"/>
                            <a:cs typeface="Times New Roman" panose="02020603050405020304" pitchFamily="18" charset="0"/>
                          </a:rPr>
                          <m:t>t</m:t>
                        </m:r>
                      </m:e>
                      <m:sub>
                        <m:r>
                          <a:rPr lang="en-IN" b="1" i="1">
                            <a:latin typeface="Cambria Math" panose="02040503050406030204" pitchFamily="18" charset="0"/>
                            <a:cs typeface="Times New Roman" panose="02020603050405020304" pitchFamily="18" charset="0"/>
                          </a:rPr>
                          <m:t>𝒊</m:t>
                        </m:r>
                        <m:r>
                          <a:rPr lang="en-IN" b="1" i="1" smtClean="0">
                            <a:latin typeface="Cambria Math" panose="02040503050406030204" pitchFamily="18" charset="0"/>
                            <a:cs typeface="Times New Roman" panose="02020603050405020304" pitchFamily="18" charset="0"/>
                          </a:rPr>
                          <m:t>𝒋</m:t>
                        </m:r>
                      </m:sub>
                    </m:sSub>
                  </m:oMath>
                </a14:m>
                <a:r>
                  <a:rPr lang="en-IN" dirty="0">
                    <a:latin typeface="Times New Roman" panose="02020603050405020304" pitchFamily="18" charset="0"/>
                    <a:cs typeface="Times New Roman" panose="02020603050405020304" pitchFamily="18" charset="0"/>
                  </a:rPr>
                  <a:t>)) + </a:t>
                </a:r>
                <a14:m>
                  <m:oMath xmlns:m="http://schemas.openxmlformats.org/officeDocument/2006/math">
                    <m:sSub>
                      <m:sSubPr>
                        <m:ctrlPr>
                          <a:rPr lang="en-US" b="1" i="1">
                            <a:latin typeface="Cambria Math" panose="02040503050406030204" pitchFamily="18" charset="0"/>
                            <a:cs typeface="Times New Roman" panose="02020603050405020304" pitchFamily="18" charset="0"/>
                          </a:rPr>
                        </m:ctrlPr>
                      </m:sSubPr>
                      <m:e>
                        <m:r>
                          <m:rPr>
                            <m:nor/>
                          </m:rPr>
                          <a:rPr lang="el-GR" dirty="0">
                            <a:latin typeface="Times New Roman" panose="02020603050405020304" pitchFamily="18" charset="0"/>
                            <a:cs typeface="Times New Roman" panose="02020603050405020304" pitchFamily="18" charset="0"/>
                          </a:rPr>
                          <m:t>ϵ</m:t>
                        </m:r>
                      </m:e>
                      <m:sub>
                        <m:r>
                          <a:rPr lang="en-IN" b="1" i="1">
                            <a:latin typeface="Cambria Math" panose="02040503050406030204" pitchFamily="18" charset="0"/>
                            <a:cs typeface="Times New Roman" panose="02020603050405020304" pitchFamily="18" charset="0"/>
                          </a:rPr>
                          <m:t>𝒊</m:t>
                        </m:r>
                        <m:r>
                          <a:rPr lang="en-IN" b="1" i="1" smtClean="0">
                            <a:latin typeface="Cambria Math" panose="02040503050406030204" pitchFamily="18" charset="0"/>
                            <a:cs typeface="Times New Roman" panose="02020603050405020304" pitchFamily="18" charset="0"/>
                          </a:rPr>
                          <m:t>𝒋</m:t>
                        </m:r>
                      </m:sub>
                    </m:sSub>
                  </m:oMath>
                </a14:m>
                <a:r>
                  <a:rPr lang="en-IN" dirty="0">
                    <a:latin typeface="Times New Roman" panose="02020603050405020304" pitchFamily="18" charset="0"/>
                    <a:cs typeface="Times New Roman" panose="02020603050405020304" pitchFamily="18" charset="0"/>
                  </a:rPr>
                  <a:t> with the </a:t>
                </a:r>
                <a14:m>
                  <m:oMath xmlns:m="http://schemas.openxmlformats.org/officeDocument/2006/math">
                    <m:sSub>
                      <m:sSubPr>
                        <m:ctrlPr>
                          <a:rPr lang="en-US" b="1" i="1">
                            <a:latin typeface="Cambria Math" panose="02040503050406030204" pitchFamily="18" charset="0"/>
                            <a:cs typeface="Times New Roman" panose="02020603050405020304" pitchFamily="18" charset="0"/>
                          </a:rPr>
                        </m:ctrlPr>
                      </m:sSubPr>
                      <m:e>
                        <m:r>
                          <m:rPr>
                            <m:nor/>
                          </m:rPr>
                          <a:rPr lang="el-GR" dirty="0">
                            <a:latin typeface="Times New Roman" panose="02020603050405020304" pitchFamily="18" charset="0"/>
                            <a:cs typeface="Times New Roman" panose="02020603050405020304" pitchFamily="18" charset="0"/>
                          </a:rPr>
                          <m:t>ϵ</m:t>
                        </m:r>
                      </m:e>
                      <m:sub>
                        <m:r>
                          <a:rPr lang="en-IN" b="1" i="1">
                            <a:latin typeface="Cambria Math" panose="02040503050406030204" pitchFamily="18" charset="0"/>
                            <a:cs typeface="Times New Roman" panose="02020603050405020304" pitchFamily="18" charset="0"/>
                          </a:rPr>
                          <m:t>𝒊𝒋</m:t>
                        </m:r>
                      </m:sub>
                    </m:sSub>
                  </m:oMath>
                </a14:m>
                <a:r>
                  <a:rPr lang="en-IN" dirty="0">
                    <a:latin typeface="Times New Roman" panose="02020603050405020304" pitchFamily="18" charset="0"/>
                    <a:cs typeface="Times New Roman" panose="02020603050405020304" pitchFamily="18" charset="0"/>
                  </a:rPr>
                  <a:t> ∼ N (</a:t>
                </a:r>
                <a14:m>
                  <m:oMath xmlns:m="http://schemas.openxmlformats.org/officeDocument/2006/math">
                    <m:sSub>
                      <m:sSubPr>
                        <m:ctrlPr>
                          <a:rPr lang="en-US" b="1" i="1">
                            <a:latin typeface="Cambria Math" panose="02040503050406030204" pitchFamily="18" charset="0"/>
                            <a:cs typeface="Times New Roman" panose="02020603050405020304" pitchFamily="18" charset="0"/>
                          </a:rPr>
                        </m:ctrlPr>
                      </m:sSubPr>
                      <m:e>
                        <m:r>
                          <m:rPr>
                            <m:nor/>
                          </m:rPr>
                          <a:rPr lang="en-IN" b="1" i="0" smtClean="0">
                            <a:latin typeface="Cambria Math" panose="02040503050406030204" pitchFamily="18" charset="0"/>
                            <a:cs typeface="Times New Roman" panose="02020603050405020304" pitchFamily="18" charset="0"/>
                          </a:rPr>
                          <m:t>0</m:t>
                        </m:r>
                      </m:e>
                      <m:sub>
                        <m:r>
                          <a:rPr lang="en-IN" b="1" i="1" smtClean="0">
                            <a:latin typeface="Cambria Math" panose="02040503050406030204" pitchFamily="18" charset="0"/>
                            <a:cs typeface="Times New Roman" panose="02020603050405020304" pitchFamily="18" charset="0"/>
                          </a:rPr>
                          <m:t>𝒅</m:t>
                        </m:r>
                      </m:sub>
                    </m:sSub>
                  </m:oMath>
                </a14:m>
                <a:r>
                  <a:rPr lang="en-IN" dirty="0">
                    <a:latin typeface="Times New Roman" panose="02020603050405020304" pitchFamily="18" charset="0"/>
                    <a:cs typeface="Times New Roman" panose="02020603050405020304" pitchFamily="18" charset="0"/>
                  </a:rPr>
                  <a:t>, </a:t>
                </a:r>
                <a:r>
                  <a:rPr lang="el-GR" dirty="0">
                    <a:latin typeface="Times New Roman" panose="02020603050405020304" pitchFamily="18" charset="0"/>
                    <a:cs typeface="Times New Roman" panose="02020603050405020304" pitchFamily="18" charset="0"/>
                  </a:rPr>
                  <a:t>Σ)</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where, </a:t>
                </a:r>
                <a:r>
                  <a:rPr lang="el-GR" dirty="0">
                    <a:latin typeface="Times New Roman" panose="02020603050405020304" pitchFamily="18" charset="0"/>
                    <a:cs typeface="Times New Roman" panose="02020603050405020304" pitchFamily="18" charset="0"/>
                  </a:rPr>
                  <a:t>Σ</a:t>
                </a:r>
                <a:r>
                  <a:rPr lang="en-IN" dirty="0">
                    <a:latin typeface="Times New Roman" panose="02020603050405020304" pitchFamily="18" charset="0"/>
                    <a:cs typeface="Times New Roman" panose="02020603050405020304" pitchFamily="18" charset="0"/>
                  </a:rPr>
                  <a:t> is a d-dimensional diagonal matrix</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Let,</a:t>
                </a:r>
              </a:p>
              <a:p>
                <a:pPr marL="285750" indent="-285750">
                  <a:buFont typeface="Wingdings" panose="05000000000000000000" pitchFamily="2" charset="2"/>
                  <a:buChar char="§"/>
                </a:pPr>
                <a14:m>
                  <m:oMath xmlns:m="http://schemas.openxmlformats.org/officeDocument/2006/math">
                    <m:sSub>
                      <m:sSubPr>
                        <m:ctrlPr>
                          <a:rPr lang="en-US" i="1" smtClean="0">
                            <a:latin typeface="Cambria Math" panose="02040503050406030204" pitchFamily="18" charset="0"/>
                            <a:cs typeface="Times New Roman" panose="02020603050405020304" pitchFamily="18" charset="0"/>
                          </a:rPr>
                        </m:ctrlPr>
                      </m:sSubPr>
                      <m:e>
                        <m:r>
                          <a:rPr lang="en-IN" b="0" i="1" smtClean="0">
                            <a:latin typeface="Cambria Math" panose="02040503050406030204" pitchFamily="18" charset="0"/>
                            <a:cs typeface="Times New Roman" panose="02020603050405020304" pitchFamily="18" charset="0"/>
                          </a:rPr>
                          <m:t>𝑧</m:t>
                        </m:r>
                      </m:e>
                      <m:sub>
                        <m:r>
                          <a:rPr lang="en-IN" b="0" i="1" smtClean="0">
                            <a:latin typeface="Cambria Math" panose="02040503050406030204" pitchFamily="18" charset="0"/>
                            <a:cs typeface="Times New Roman" panose="02020603050405020304" pitchFamily="18" charset="0"/>
                          </a:rPr>
                          <m:t>𝑝𝑜𝑝</m:t>
                        </m:r>
                      </m:sub>
                    </m:sSub>
                  </m:oMath>
                </a14:m>
                <a:r>
                  <a:rPr lang="en-US" dirty="0">
                    <a:latin typeface="Times New Roman" panose="02020603050405020304" pitchFamily="18" charset="0"/>
                    <a:cs typeface="Times New Roman" panose="02020603050405020304" pitchFamily="18" charset="0"/>
                  </a:rPr>
                  <a:t> for the population parameters, </a:t>
                </a:r>
              </a:p>
              <a:p>
                <a:pPr marL="285750" indent="-285750">
                  <a:buFont typeface="Wingdings" panose="05000000000000000000" pitchFamily="2" charset="2"/>
                  <a:buChar char="§"/>
                </a:pP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IN" b="0" i="1" smtClean="0">
                            <a:latin typeface="Cambria Math" panose="02040503050406030204" pitchFamily="18" charset="0"/>
                            <a:cs typeface="Times New Roman" panose="02020603050405020304" pitchFamily="18" charset="0"/>
                          </a:rPr>
                          <m:t>𝑧</m:t>
                        </m:r>
                      </m:e>
                      <m:sub>
                        <m:r>
                          <a:rPr lang="en-IN" b="0" i="1" smtClean="0">
                            <a:latin typeface="Cambria Math" panose="02040503050406030204" pitchFamily="18" charset="0"/>
                            <a:cs typeface="Times New Roman" panose="02020603050405020304" pitchFamily="18" charset="0"/>
                          </a:rPr>
                          <m:t>𝑖</m:t>
                        </m:r>
                      </m:sub>
                    </m:sSub>
                  </m:oMath>
                </a14:m>
                <a:r>
                  <a:rPr lang="en-US" dirty="0">
                    <a:latin typeface="Times New Roman" panose="02020603050405020304" pitchFamily="18" charset="0"/>
                    <a:cs typeface="Times New Roman" panose="02020603050405020304" pitchFamily="18" charset="0"/>
                  </a:rPr>
                  <a:t> for the individual parameters, </a:t>
                </a:r>
              </a:p>
              <a:p>
                <a:pPr marL="285750" indent="-285750">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z</a:t>
                </a:r>
                <a:r>
                  <a:rPr lang="en-US" dirty="0">
                    <a:latin typeface="Times New Roman" panose="02020603050405020304" pitchFamily="18" charset="0"/>
                    <a:cs typeface="Times New Roman" panose="02020603050405020304" pitchFamily="18" charset="0"/>
                  </a:rPr>
                  <a:t> =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IN" i="1">
                            <a:latin typeface="Cambria Math" panose="02040503050406030204" pitchFamily="18" charset="0"/>
                            <a:cs typeface="Times New Roman" panose="02020603050405020304" pitchFamily="18" charset="0"/>
                          </a:rPr>
                          <m:t>𝑧</m:t>
                        </m:r>
                      </m:e>
                      <m:sub>
                        <m:r>
                          <a:rPr lang="en-IN" i="1">
                            <a:latin typeface="Cambria Math" panose="02040503050406030204" pitchFamily="18" charset="0"/>
                            <a:cs typeface="Times New Roman" panose="02020603050405020304" pitchFamily="18" charset="0"/>
                          </a:rPr>
                          <m:t>𝑝𝑜𝑝</m:t>
                        </m:r>
                      </m:sub>
                    </m:sSub>
                  </m:oMath>
                </a14:m>
                <a:r>
                  <a:rPr lang="en-US"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IN" i="1">
                            <a:latin typeface="Cambria Math" panose="02040503050406030204" pitchFamily="18" charset="0"/>
                            <a:cs typeface="Times New Roman" panose="02020603050405020304" pitchFamily="18" charset="0"/>
                          </a:rPr>
                          <m:t>𝑧</m:t>
                        </m:r>
                      </m:e>
                      <m:sub>
                        <m:r>
                          <a:rPr lang="en-IN" i="1">
                            <a:latin typeface="Cambria Math" panose="02040503050406030204" pitchFamily="18" charset="0"/>
                            <a:cs typeface="Times New Roman" panose="02020603050405020304" pitchFamily="18" charset="0"/>
                          </a:rPr>
                          <m:t>𝑖</m:t>
                        </m:r>
                      </m:sub>
                    </m:sSub>
                  </m:oMath>
                </a14:m>
                <a:r>
                  <a:rPr lang="en-US" dirty="0">
                    <a:latin typeface="Times New Roman" panose="02020603050405020304" pitchFamily="18" charset="0"/>
                    <a:cs typeface="Times New Roman" panose="02020603050405020304" pitchFamily="18" charset="0"/>
                  </a:rPr>
                  <a:t>)1 ≤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 n) for the latent variables. </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Statistical model parameters,  </a:t>
                </a:r>
                <a14:m>
                  <m:oMath xmlns:m="http://schemas.openxmlformats.org/officeDocument/2006/math">
                    <m:r>
                      <a:rPr lang="en-US" b="1" i="1" smtClean="0">
                        <a:latin typeface="Cambria Math" panose="02040503050406030204" pitchFamily="18" charset="0"/>
                        <a:ea typeface="Cambria Math" panose="02040503050406030204" pitchFamily="18" charset="0"/>
                        <a:cs typeface="Times New Roman" panose="02020603050405020304" pitchFamily="18" charset="0"/>
                      </a:rPr>
                      <m:t>𝜽</m:t>
                    </m:r>
                    <m:r>
                      <a:rPr lang="en-IN"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IN"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b="0" i="1" smtClean="0">
                            <a:latin typeface="Cambria Math" panose="02040503050406030204" pitchFamily="18" charset="0"/>
                            <a:ea typeface="Cambria Math" panose="02040503050406030204" pitchFamily="18" charset="0"/>
                            <a:cs typeface="Times New Roman" panose="02020603050405020304" pitchFamily="18" charset="0"/>
                          </a:rPr>
                          <m:t>𝜎</m:t>
                        </m:r>
                      </m:e>
                      <m:sub>
                        <m:r>
                          <a:rPr lang="en-IN" b="0" i="1" smtClean="0">
                            <a:latin typeface="Cambria Math" panose="02040503050406030204" pitchFamily="18" charset="0"/>
                            <a:ea typeface="Cambria Math" panose="02040503050406030204" pitchFamily="18" charset="0"/>
                            <a:cs typeface="Times New Roman" panose="02020603050405020304" pitchFamily="18" charset="0"/>
                          </a:rPr>
                          <m:t>𝑧</m:t>
                        </m:r>
                      </m:sub>
                    </m:sSub>
                    <m:r>
                      <a:rPr lang="en-IN"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IN"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i="1">
                            <a:latin typeface="Cambria Math" panose="02040503050406030204" pitchFamily="18" charset="0"/>
                            <a:ea typeface="Cambria Math" panose="02040503050406030204" pitchFamily="18" charset="0"/>
                            <a:cs typeface="Times New Roman" panose="02020603050405020304" pitchFamily="18" charset="0"/>
                          </a:rPr>
                          <m:t>𝜎</m:t>
                        </m:r>
                      </m:e>
                      <m:sub>
                        <m:r>
                          <m:rPr>
                            <m:nor/>
                          </m:rPr>
                          <a:rPr lang="el-GR" dirty="0">
                            <a:latin typeface="Times New Roman" panose="02020603050405020304" pitchFamily="18" charset="0"/>
                            <a:cs typeface="Times New Roman" panose="02020603050405020304" pitchFamily="18" charset="0"/>
                          </a:rPr>
                          <m:t>ϵ</m:t>
                        </m:r>
                      </m:sub>
                    </m:sSub>
                    <m:r>
                      <a:rPr lang="en-IN"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IN"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b="0" i="1" smtClean="0">
                            <a:latin typeface="Cambria Math" panose="02040503050406030204" pitchFamily="18" charset="0"/>
                            <a:ea typeface="Cambria Math" panose="02040503050406030204" pitchFamily="18" charset="0"/>
                            <a:cs typeface="Times New Roman" panose="02020603050405020304" pitchFamily="18" charset="0"/>
                          </a:rPr>
                          <m:t>𝑝</m:t>
                        </m:r>
                      </m:e>
                      <m:sub>
                        <m:r>
                          <a:rPr lang="en-IN" b="0" i="1" smtClean="0">
                            <a:latin typeface="Cambria Math" panose="02040503050406030204" pitchFamily="18" charset="0"/>
                            <a:ea typeface="Cambria Math" panose="02040503050406030204" pitchFamily="18" charset="0"/>
                            <a:cs typeface="Times New Roman" panose="02020603050405020304" pitchFamily="18" charset="0"/>
                          </a:rPr>
                          <m:t>0</m:t>
                        </m:r>
                      </m:sub>
                    </m:sSub>
                    <m:r>
                      <a:rPr lang="en-IN"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IN"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b="0" i="1" smtClean="0">
                            <a:latin typeface="Cambria Math" panose="02040503050406030204" pitchFamily="18" charset="0"/>
                            <a:ea typeface="Cambria Math" panose="02040503050406030204" pitchFamily="18" charset="0"/>
                            <a:cs typeface="Times New Roman" panose="02020603050405020304" pitchFamily="18" charset="0"/>
                          </a:rPr>
                          <m:t>𝑣</m:t>
                        </m:r>
                      </m:e>
                      <m:sub>
                        <m:r>
                          <a:rPr lang="en-IN" b="0" i="1" smtClean="0">
                            <a:latin typeface="Cambria Math" panose="02040503050406030204" pitchFamily="18" charset="0"/>
                            <a:ea typeface="Cambria Math" panose="02040503050406030204" pitchFamily="18" charset="0"/>
                            <a:cs typeface="Times New Roman" panose="02020603050405020304" pitchFamily="18" charset="0"/>
                          </a:rPr>
                          <m:t>0</m:t>
                        </m:r>
                      </m:sub>
                    </m:sSub>
                    <m:r>
                      <a:rPr lang="en-IN"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IN"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b="0" i="1" smtClean="0">
                            <a:latin typeface="Cambria Math" panose="02040503050406030204" pitchFamily="18" charset="0"/>
                            <a:ea typeface="Cambria Math" panose="02040503050406030204" pitchFamily="18" charset="0"/>
                            <a:cs typeface="Times New Roman" panose="02020603050405020304" pitchFamily="18" charset="0"/>
                          </a:rPr>
                          <m:t>𝑡</m:t>
                        </m:r>
                      </m:e>
                      <m:sub>
                        <m:r>
                          <a:rPr lang="en-IN" b="0" i="1" smtClean="0">
                            <a:latin typeface="Cambria Math" panose="02040503050406030204" pitchFamily="18" charset="0"/>
                            <a:ea typeface="Cambria Math" panose="02040503050406030204" pitchFamily="18" charset="0"/>
                            <a:cs typeface="Times New Roman" panose="02020603050405020304" pitchFamily="18" charset="0"/>
                          </a:rPr>
                          <m:t>0</m:t>
                        </m:r>
                      </m:sub>
                    </m:sSub>
                    <m:r>
                      <a:rPr lang="en-IN" b="0" i="1" smtClean="0">
                        <a:latin typeface="Cambria Math" panose="02040503050406030204" pitchFamily="18" charset="0"/>
                        <a:ea typeface="Cambria Math" panose="02040503050406030204" pitchFamily="18" charset="0"/>
                        <a:cs typeface="Times New Roman" panose="02020603050405020304" pitchFamily="18" charset="0"/>
                      </a:rPr>
                      <m:t>)</m:t>
                    </m:r>
                  </m:oMath>
                </a14:m>
                <a:endParaRPr lang="en-IN" dirty="0">
                  <a:latin typeface="Times New Roman" panose="02020603050405020304" pitchFamily="18" charset="0"/>
                  <a:cs typeface="Times New Roman" panose="02020603050405020304" pitchFamily="18" charset="0"/>
                </a:endParaRPr>
              </a:p>
            </p:txBody>
          </p:sp>
        </mc:Choice>
        <mc:Fallback xmlns="">
          <p:sp>
            <p:nvSpPr>
              <p:cNvPr id="12" name="TextBox 11">
                <a:extLst>
                  <a:ext uri="{FF2B5EF4-FFF2-40B4-BE49-F238E27FC236}">
                    <a16:creationId xmlns:a16="http://schemas.microsoft.com/office/drawing/2014/main" id="{C2381055-6620-C2F3-1BF7-84D4A8878E4F}"/>
                  </a:ext>
                </a:extLst>
              </p:cNvPr>
              <p:cNvSpPr txBox="1">
                <a:spLocks noRot="1" noChangeAspect="1" noMove="1" noResize="1" noEditPoints="1" noAdjustHandles="1" noChangeArrowheads="1" noChangeShapeType="1" noTextEdit="1"/>
              </p:cNvSpPr>
              <p:nvPr/>
            </p:nvSpPr>
            <p:spPr>
              <a:xfrm>
                <a:off x="2695904" y="628512"/>
                <a:ext cx="8886496" cy="2377446"/>
              </a:xfrm>
              <a:prstGeom prst="rect">
                <a:avLst/>
              </a:prstGeom>
              <a:blipFill>
                <a:blip r:embed="rId2"/>
                <a:stretch>
                  <a:fillRect l="-549" t="-1538" b="-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299857F-B7DE-3258-C1CD-7B58421539AF}"/>
                  </a:ext>
                </a:extLst>
              </p:cNvPr>
              <p:cNvSpPr txBox="1"/>
              <p:nvPr/>
            </p:nvSpPr>
            <p:spPr>
              <a:xfrm>
                <a:off x="374868" y="3115062"/>
                <a:ext cx="10503339" cy="3531929"/>
              </a:xfrm>
              <a:prstGeom prst="rect">
                <a:avLst/>
              </a:prstGeom>
              <a:noFill/>
            </p:spPr>
            <p:txBody>
              <a:bodyPr wrap="square">
                <a:spAutoFit/>
              </a:bodyPr>
              <a:lstStyle/>
              <a:p>
                <a:r>
                  <a:rPr lang="en-US" b="1" i="1" dirty="0">
                    <a:latin typeface="Times New Roman" panose="02020603050405020304" pitchFamily="18" charset="0"/>
                    <a:cs typeface="Times New Roman" panose="02020603050405020304" pitchFamily="18" charset="0"/>
                  </a:rPr>
                  <a:t>Prior Distributions:</a:t>
                </a:r>
              </a:p>
              <a:p>
                <a:r>
                  <a:rPr lang="en-US" b="1" dirty="0">
                    <a:latin typeface="Times New Roman" panose="02020603050405020304" pitchFamily="18" charset="0"/>
                    <a:cs typeface="Times New Roman" panose="02020603050405020304" pitchFamily="18" charset="0"/>
                  </a:rPr>
                  <a:t>z </a:t>
                </a:r>
                <a:r>
                  <a:rPr lang="en-US" dirty="0">
                    <a:latin typeface="Times New Roman" panose="02020603050405020304" pitchFamily="18" charset="0"/>
                    <a:cs typeface="Times New Roman" panose="02020603050405020304" pitchFamily="18" charset="0"/>
                  </a:rPr>
                  <a:t>follows normal distribution</a:t>
                </a: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p</a:t>
                </a:r>
                <a:r>
                  <a:rPr lang="en-US" dirty="0">
                    <a:latin typeface="Times New Roman" panose="02020603050405020304" pitchFamily="18" charset="0"/>
                    <a:cs typeface="Times New Roman" panose="02020603050405020304" pitchFamily="18" charset="0"/>
                  </a:rPr>
                  <a:t> is estimated as a logit transform of a gaussian: </a:t>
                </a:r>
                <a14:m>
                  <m:oMath xmlns:m="http://schemas.openxmlformats.org/officeDocument/2006/math">
                    <m:sSub>
                      <m:sSubPr>
                        <m:ctrlPr>
                          <a:rPr lang="en-US" i="1" smtClean="0">
                            <a:latin typeface="Cambria Math" panose="02040503050406030204" pitchFamily="18" charset="0"/>
                            <a:cs typeface="Times New Roman" panose="02020603050405020304" pitchFamily="18" charset="0"/>
                          </a:rPr>
                        </m:ctrlPr>
                      </m:sSubPr>
                      <m:e>
                        <m:r>
                          <a:rPr lang="en-IN" b="0" i="1" smtClean="0">
                            <a:latin typeface="Cambria Math" panose="02040503050406030204" pitchFamily="18" charset="0"/>
                            <a:cs typeface="Times New Roman" panose="02020603050405020304" pitchFamily="18" charset="0"/>
                          </a:rPr>
                          <m:t>𝑝</m:t>
                        </m:r>
                      </m:e>
                      <m:sub>
                        <m:r>
                          <a:rPr lang="en-IN" b="0" i="1" smtClean="0">
                            <a:latin typeface="Cambria Math" panose="02040503050406030204" pitchFamily="18" charset="0"/>
                            <a:cs typeface="Times New Roman" panose="02020603050405020304" pitchFamily="18" charset="0"/>
                          </a:rPr>
                          <m:t>𝑘</m:t>
                        </m:r>
                      </m:sub>
                    </m:sSub>
                    <m:r>
                      <a:rPr lang="en-IN" b="0" i="1" smtClean="0">
                        <a:latin typeface="Cambria Math" panose="02040503050406030204" pitchFamily="18" charset="0"/>
                        <a:cs typeface="Times New Roman" panose="02020603050405020304" pitchFamily="18" charset="0"/>
                      </a:rPr>
                      <m:t>= </m:t>
                    </m:r>
                    <m:f>
                      <m:fPr>
                        <m:ctrlPr>
                          <a:rPr lang="en-IN" b="0" i="1" smtClean="0">
                            <a:latin typeface="Cambria Math" panose="02040503050406030204" pitchFamily="18" charset="0"/>
                            <a:cs typeface="Times New Roman" panose="02020603050405020304" pitchFamily="18" charset="0"/>
                          </a:rPr>
                        </m:ctrlPr>
                      </m:fPr>
                      <m:num>
                        <m:r>
                          <a:rPr lang="en-IN" b="0" i="1" smtClean="0">
                            <a:latin typeface="Cambria Math" panose="02040503050406030204" pitchFamily="18" charset="0"/>
                            <a:cs typeface="Times New Roman" panose="02020603050405020304" pitchFamily="18" charset="0"/>
                          </a:rPr>
                          <m:t>1</m:t>
                        </m:r>
                      </m:num>
                      <m:den>
                        <m:sSup>
                          <m:sSupPr>
                            <m:ctrlPr>
                              <a:rPr lang="en-IN" b="0" i="1" smtClean="0">
                                <a:latin typeface="Cambria Math" panose="02040503050406030204" pitchFamily="18" charset="0"/>
                                <a:cs typeface="Times New Roman" panose="02020603050405020304" pitchFamily="18" charset="0"/>
                              </a:rPr>
                            </m:ctrlPr>
                          </m:sSupPr>
                          <m:e>
                            <m:r>
                              <a:rPr lang="en-IN" b="0" i="1" smtClean="0">
                                <a:latin typeface="Cambria Math" panose="02040503050406030204" pitchFamily="18" charset="0"/>
                                <a:cs typeface="Times New Roman" panose="02020603050405020304" pitchFamily="18" charset="0"/>
                              </a:rPr>
                              <m:t>𝑒</m:t>
                            </m:r>
                          </m:e>
                          <m:sup>
                            <m:sSub>
                              <m:sSubPr>
                                <m:ctrlPr>
                                  <a:rPr lang="en-IN" b="0" i="1" smtClean="0">
                                    <a:latin typeface="Cambria Math" panose="02040503050406030204" pitchFamily="18" charset="0"/>
                                    <a:cs typeface="Times New Roman" panose="02020603050405020304" pitchFamily="18" charset="0"/>
                                  </a:rPr>
                                </m:ctrlPr>
                              </m:sSubPr>
                              <m:e>
                                <m:r>
                                  <a:rPr lang="en-IN" b="0" i="1" smtClean="0">
                                    <a:latin typeface="Cambria Math" panose="02040503050406030204" pitchFamily="18" charset="0"/>
                                    <a:cs typeface="Times New Roman" panose="02020603050405020304" pitchFamily="18" charset="0"/>
                                  </a:rPr>
                                  <m:t>𝑔</m:t>
                                </m:r>
                              </m:e>
                              <m:sub>
                                <m:r>
                                  <a:rPr lang="en-IN" b="0" i="1" smtClean="0">
                                    <a:latin typeface="Cambria Math" panose="02040503050406030204" pitchFamily="18" charset="0"/>
                                    <a:cs typeface="Times New Roman" panose="02020603050405020304" pitchFamily="18" charset="0"/>
                                  </a:rPr>
                                  <m:t>𝑘</m:t>
                                </m:r>
                              </m:sub>
                            </m:sSub>
                          </m:sup>
                        </m:sSup>
                      </m:den>
                    </m:f>
                  </m:oMath>
                </a14:m>
                <a:r>
                  <a:rPr lang="en-US" dirty="0">
                    <a:latin typeface="Times New Roman" panose="02020603050405020304" pitchFamily="18" charset="0"/>
                    <a:cs typeface="Times New Roman" panose="02020603050405020304" pitchFamily="18" charset="0"/>
                  </a:rPr>
                  <a:t> , where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IN" b="0" i="1" smtClean="0">
                            <a:latin typeface="Cambria Math" panose="02040503050406030204" pitchFamily="18" charset="0"/>
                            <a:cs typeface="Times New Roman" panose="02020603050405020304" pitchFamily="18" charset="0"/>
                          </a:rPr>
                          <m:t>𝑔</m:t>
                        </m:r>
                      </m:e>
                      <m:sub>
                        <m:r>
                          <a:rPr lang="en-IN" i="1">
                            <a:latin typeface="Cambria Math" panose="02040503050406030204" pitchFamily="18" charset="0"/>
                            <a:cs typeface="Times New Roman" panose="02020603050405020304" pitchFamily="18" charset="0"/>
                          </a:rPr>
                          <m:t>𝑘</m:t>
                        </m:r>
                      </m:sub>
                    </m:sSub>
                  </m:oMath>
                </a14:m>
                <a:r>
                  <a:rPr lang="en-US" dirty="0">
                    <a:latin typeface="Times New Roman" panose="02020603050405020304" pitchFamily="18" charset="0"/>
                    <a:cs typeface="Times New Roman" panose="02020603050405020304" pitchFamily="18" charset="0"/>
                  </a:rPr>
                  <a:t> has a normal prior </a:t>
                </a:r>
              </a:p>
              <a:p>
                <a:r>
                  <a:rPr lang="en-US" b="1" dirty="0">
                    <a:latin typeface="Times New Roman" panose="02020603050405020304" pitchFamily="18" charset="0"/>
                    <a:cs typeface="Times New Roman" panose="02020603050405020304" pitchFamily="18" charset="0"/>
                  </a:rPr>
                  <a:t>δ</a:t>
                </a:r>
                <a:r>
                  <a:rPr lang="en-US" dirty="0">
                    <a:latin typeface="Times New Roman" panose="02020603050405020304" pitchFamily="18" charset="0"/>
                    <a:cs typeface="Times New Roman" panose="02020603050405020304" pitchFamily="18" charset="0"/>
                  </a:rPr>
                  <a:t> parameters must be positive, so its prior distribution is log-normal</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MCMC-SAEM Algorithm:</a:t>
                </a:r>
              </a:p>
              <a:p>
                <a:r>
                  <a:rPr lang="en-US" dirty="0">
                    <a:latin typeface="Times New Roman" panose="02020603050405020304" pitchFamily="18" charset="0"/>
                    <a:cs typeface="Times New Roman" panose="02020603050405020304" pitchFamily="18" charset="0"/>
                  </a:rPr>
                  <a:t>The algorithm alternates between the two steps of the classical EM, </a:t>
                </a: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First by computing the expectation of the log-likelihood through stochastic sampling of latent parameters </a:t>
                </a:r>
                <a:r>
                  <a:rPr lang="en-US" b="1" dirty="0">
                    <a:latin typeface="Times New Roman" panose="02020603050405020304" pitchFamily="18" charset="0"/>
                    <a:cs typeface="Times New Roman" panose="02020603050405020304" pitchFamily="18" charset="0"/>
                  </a:rPr>
                  <a:t>z</a:t>
                </a:r>
                <a:r>
                  <a:rPr lang="en-US"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Maximizing the model parameters </a:t>
                </a:r>
                <a:r>
                  <a:rPr lang="en-US" b="1" dirty="0">
                    <a:latin typeface="Times New Roman" panose="02020603050405020304" pitchFamily="18" charset="0"/>
                    <a:cs typeface="Times New Roman" panose="02020603050405020304" pitchFamily="18" charset="0"/>
                  </a:rPr>
                  <a:t>θ</a:t>
                </a:r>
                <a:r>
                  <a:rPr lang="en-US" dirty="0">
                    <a:latin typeface="Times New Roman" panose="02020603050405020304" pitchFamily="18" charset="0"/>
                    <a:cs typeface="Times New Roman" panose="02020603050405020304" pitchFamily="18" charset="0"/>
                  </a:rPr>
                  <a:t> in closed form</a:t>
                </a:r>
              </a:p>
              <a:p>
                <a:endParaRPr lang="en-IN" dirty="0">
                  <a:latin typeface="Times New Roman" panose="02020603050405020304" pitchFamily="18" charset="0"/>
                  <a:cs typeface="Times New Roman" panose="02020603050405020304" pitchFamily="18" charset="0"/>
                </a:endParaRPr>
              </a:p>
            </p:txBody>
          </p:sp>
        </mc:Choice>
        <mc:Fallback xmlns="">
          <p:sp>
            <p:nvSpPr>
              <p:cNvPr id="15" name="TextBox 14">
                <a:extLst>
                  <a:ext uri="{FF2B5EF4-FFF2-40B4-BE49-F238E27FC236}">
                    <a16:creationId xmlns:a16="http://schemas.microsoft.com/office/drawing/2014/main" id="{C299857F-B7DE-3258-C1CD-7B58421539AF}"/>
                  </a:ext>
                </a:extLst>
              </p:cNvPr>
              <p:cNvSpPr txBox="1">
                <a:spLocks noRot="1" noChangeAspect="1" noMove="1" noResize="1" noEditPoints="1" noAdjustHandles="1" noChangeArrowheads="1" noChangeShapeType="1" noTextEdit="1"/>
              </p:cNvSpPr>
              <p:nvPr/>
            </p:nvSpPr>
            <p:spPr>
              <a:xfrm>
                <a:off x="374868" y="3115062"/>
                <a:ext cx="10503339" cy="3531929"/>
              </a:xfrm>
              <a:prstGeom prst="rect">
                <a:avLst/>
              </a:prstGeom>
              <a:blipFill>
                <a:blip r:embed="rId3"/>
                <a:stretch>
                  <a:fillRect l="-464" t="-864"/>
                </a:stretch>
              </a:blipFill>
            </p:spPr>
            <p:txBody>
              <a:bodyPr/>
              <a:lstStyle/>
              <a:p>
                <a:r>
                  <a:rPr lang="en-IN">
                    <a:noFill/>
                  </a:rPr>
                  <a:t> </a:t>
                </a:r>
              </a:p>
            </p:txBody>
          </p:sp>
        </mc:Fallback>
      </mc:AlternateContent>
    </p:spTree>
    <p:extLst>
      <p:ext uri="{BB962C8B-B14F-4D97-AF65-F5344CB8AC3E}">
        <p14:creationId xmlns:p14="http://schemas.microsoft.com/office/powerpoint/2010/main" val="37010734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2B420-5DFF-AC24-98E1-BBB13B7F014D}"/>
              </a:ext>
            </a:extLst>
          </p:cNvPr>
          <p:cNvSpPr>
            <a:spLocks noGrp="1"/>
          </p:cNvSpPr>
          <p:nvPr>
            <p:ph type="title"/>
          </p:nvPr>
        </p:nvSpPr>
        <p:spPr/>
        <p:txBody>
          <a:bodyPr/>
          <a:lstStyle/>
          <a:p>
            <a:pPr algn="ctr"/>
            <a:r>
              <a:rPr lang="en-IN" u="sng" dirty="0">
                <a:latin typeface="Times New Roman" panose="02020603050405020304" pitchFamily="18" charset="0"/>
                <a:cs typeface="Times New Roman" panose="02020603050405020304" pitchFamily="18" charset="0"/>
              </a:rPr>
              <a:t>Data Analysis</a:t>
            </a:r>
          </a:p>
        </p:txBody>
      </p:sp>
      <p:sp>
        <p:nvSpPr>
          <p:cNvPr id="5" name="TextBox 4">
            <a:extLst>
              <a:ext uri="{FF2B5EF4-FFF2-40B4-BE49-F238E27FC236}">
                <a16:creationId xmlns:a16="http://schemas.microsoft.com/office/drawing/2014/main" id="{A39969D6-09D7-0A66-DCAC-15199184C7B4}"/>
              </a:ext>
            </a:extLst>
          </p:cNvPr>
          <p:cNvSpPr txBox="1"/>
          <p:nvPr/>
        </p:nvSpPr>
        <p:spPr>
          <a:xfrm>
            <a:off x="394463" y="3229085"/>
            <a:ext cx="11035536" cy="3139321"/>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Objectives:</a:t>
            </a: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How </a:t>
            </a:r>
            <a:r>
              <a:rPr lang="en-US" b="1" dirty="0">
                <a:latin typeface="Times New Roman" panose="02020603050405020304" pitchFamily="18" charset="0"/>
                <a:cs typeface="Times New Roman" panose="02020603050405020304" pitchFamily="18" charset="0"/>
              </a:rPr>
              <a:t>modelling items</a:t>
            </a:r>
            <a:r>
              <a:rPr lang="en-US" dirty="0">
                <a:latin typeface="Times New Roman" panose="02020603050405020304" pitchFamily="18" charset="0"/>
                <a:cs typeface="Times New Roman" panose="02020603050405020304" pitchFamily="18" charset="0"/>
              </a:rPr>
              <a:t> leads to a </a:t>
            </a:r>
            <a:r>
              <a:rPr lang="en-US" b="1" dirty="0">
                <a:latin typeface="Times New Roman" panose="02020603050405020304" pitchFamily="18" charset="0"/>
                <a:cs typeface="Times New Roman" panose="02020603050405020304" pitchFamily="18" charset="0"/>
              </a:rPr>
              <a:t>finer-grained description of the disease progression</a:t>
            </a:r>
            <a:r>
              <a:rPr lang="en-US" dirty="0">
                <a:latin typeface="Times New Roman" panose="02020603050405020304" pitchFamily="18" charset="0"/>
                <a:cs typeface="Times New Roman" panose="02020603050405020304" pitchFamily="18" charset="0"/>
              </a:rPr>
              <a:t>, as compared to </a:t>
            </a:r>
            <a:r>
              <a:rPr lang="en-US" b="1" dirty="0">
                <a:latin typeface="Times New Roman" panose="02020603050405020304" pitchFamily="18" charset="0"/>
                <a:cs typeface="Times New Roman" panose="02020603050405020304" pitchFamily="18" charset="0"/>
              </a:rPr>
              <a:t>modelling aggregated scores</a:t>
            </a:r>
            <a:r>
              <a:rPr lang="en-US"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In particular, to show that a model based on item response exhibits patients clusters that were not visible with a   continuous model. </a:t>
            </a:r>
          </a:p>
          <a:p>
            <a:pPr marL="285750" indent="-28575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Compare how the </a:t>
            </a:r>
            <a:r>
              <a:rPr lang="en-US" b="1" dirty="0">
                <a:latin typeface="Times New Roman" panose="02020603050405020304" pitchFamily="18" charset="0"/>
                <a:cs typeface="Times New Roman" panose="02020603050405020304" pitchFamily="18" charset="0"/>
              </a:rPr>
              <a:t>ordinal model</a:t>
            </a:r>
            <a:r>
              <a:rPr lang="en-US" dirty="0">
                <a:latin typeface="Times New Roman" panose="02020603050405020304" pitchFamily="18" charset="0"/>
                <a:cs typeface="Times New Roman" panose="02020603050405020304" pitchFamily="18" charset="0"/>
              </a:rPr>
              <a:t> fares as opposed to the </a:t>
            </a:r>
            <a:r>
              <a:rPr lang="en-US" b="1" dirty="0">
                <a:latin typeface="Times New Roman" panose="02020603050405020304" pitchFamily="18" charset="0"/>
                <a:cs typeface="Times New Roman" panose="02020603050405020304" pitchFamily="18" charset="0"/>
              </a:rPr>
              <a:t>logistic curves model</a:t>
            </a:r>
            <a:r>
              <a:rPr lang="en-US"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show that the flexibility introduced with the </a:t>
            </a:r>
            <a:r>
              <a:rPr lang="en-US" b="1" dirty="0">
                <a:latin typeface="Times New Roman" panose="02020603050405020304" pitchFamily="18" charset="0"/>
                <a:cs typeface="Times New Roman" panose="02020603050405020304" pitchFamily="18" charset="0"/>
              </a:rPr>
              <a:t>δ</a:t>
            </a:r>
            <a:r>
              <a:rPr lang="en-US" dirty="0">
                <a:latin typeface="Times New Roman" panose="02020603050405020304" pitchFamily="18" charset="0"/>
                <a:cs typeface="Times New Roman" panose="02020603050405020304" pitchFamily="18" charset="0"/>
              </a:rPr>
              <a:t> parameters allows to learn a step function which is less rigid than an imposed template such as a logistic curve.</a:t>
            </a: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2A79C452-09AC-97AC-A34A-DF483E7C566E}"/>
              </a:ext>
            </a:extLst>
          </p:cNvPr>
          <p:cNvSpPr txBox="1">
            <a:spLocks/>
          </p:cNvSpPr>
          <p:nvPr/>
        </p:nvSpPr>
        <p:spPr>
          <a:xfrm>
            <a:off x="394463" y="1770802"/>
            <a:ext cx="10772775" cy="165819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r>
              <a:rPr lang="en-IN" sz="4800" dirty="0">
                <a:latin typeface="Times New Roman" panose="02020603050405020304" pitchFamily="18" charset="0"/>
                <a:cs typeface="Times New Roman" panose="02020603050405020304" pitchFamily="18" charset="0"/>
              </a:rPr>
              <a:t>Simulation study</a:t>
            </a:r>
          </a:p>
        </p:txBody>
      </p:sp>
    </p:spTree>
    <p:extLst>
      <p:ext uri="{BB962C8B-B14F-4D97-AF65-F5344CB8AC3E}">
        <p14:creationId xmlns:p14="http://schemas.microsoft.com/office/powerpoint/2010/main" val="8511730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B3EFA-2BBF-BF9D-D02F-E9355951F279}"/>
              </a:ext>
            </a:extLst>
          </p:cNvPr>
          <p:cNvSpPr>
            <a:spLocks noGrp="1"/>
          </p:cNvSpPr>
          <p:nvPr>
            <p:ph type="title"/>
          </p:nvPr>
        </p:nvSpPr>
        <p:spPr/>
        <p:txBody>
          <a:bodyPr>
            <a:normAutofit/>
          </a:bodyPr>
          <a:lstStyle/>
          <a:p>
            <a:r>
              <a:rPr lang="en-IN" sz="4400" b="1" dirty="0">
                <a:solidFill>
                  <a:schemeClr val="tx1"/>
                </a:solidFill>
                <a:latin typeface="Times New Roman" panose="02020603050405020304" pitchFamily="18" charset="0"/>
                <a:cs typeface="Times New Roman" panose="02020603050405020304" pitchFamily="18" charset="0"/>
              </a:rPr>
              <a:t>Data</a:t>
            </a:r>
          </a:p>
        </p:txBody>
      </p:sp>
      <p:pic>
        <p:nvPicPr>
          <p:cNvPr id="9" name="Picture 8">
            <a:extLst>
              <a:ext uri="{FF2B5EF4-FFF2-40B4-BE49-F238E27FC236}">
                <a16:creationId xmlns:a16="http://schemas.microsoft.com/office/drawing/2014/main" id="{720BD113-FA1D-985A-D69D-8D89C456A13C}"/>
              </a:ext>
            </a:extLst>
          </p:cNvPr>
          <p:cNvPicPr>
            <a:picLocks noChangeAspect="1"/>
          </p:cNvPicPr>
          <p:nvPr/>
        </p:nvPicPr>
        <p:blipFill>
          <a:blip r:embed="rId2"/>
          <a:stretch>
            <a:fillRect/>
          </a:stretch>
        </p:blipFill>
        <p:spPr>
          <a:xfrm>
            <a:off x="2471893" y="1490347"/>
            <a:ext cx="2759965" cy="4527311"/>
          </a:xfrm>
          <a:prstGeom prst="rect">
            <a:avLst/>
          </a:prstGeom>
        </p:spPr>
      </p:pic>
      <p:sp>
        <p:nvSpPr>
          <p:cNvPr id="11" name="TextBox 10">
            <a:extLst>
              <a:ext uri="{FF2B5EF4-FFF2-40B4-BE49-F238E27FC236}">
                <a16:creationId xmlns:a16="http://schemas.microsoft.com/office/drawing/2014/main" id="{07FEBFAD-0E10-6A04-941B-04370F63256A}"/>
              </a:ext>
            </a:extLst>
          </p:cNvPr>
          <p:cNvSpPr txBox="1"/>
          <p:nvPr/>
        </p:nvSpPr>
        <p:spPr>
          <a:xfrm>
            <a:off x="5780691" y="1837188"/>
            <a:ext cx="6096000" cy="3693319"/>
          </a:xfrm>
          <a:prstGeom prst="rect">
            <a:avLst/>
          </a:prstGeom>
          <a:noFill/>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with d = 3 dimensions</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ICA decomposition with at least 2 sources. </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Each item has L = 4 levels, which sums into an aggregated score ranging from 0 to 12. </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Each individual has at least two visits. </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Each of the timepoint is sampled with a gaussian distribution around the middle of the disease progression curve, with a time window calibrated to span about 5 years of follow-up for each subject.</a:t>
            </a:r>
          </a:p>
        </p:txBody>
      </p:sp>
    </p:spTree>
    <p:extLst>
      <p:ext uri="{BB962C8B-B14F-4D97-AF65-F5344CB8AC3E}">
        <p14:creationId xmlns:p14="http://schemas.microsoft.com/office/powerpoint/2010/main" val="24830068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937CC997-B12D-8F5A-8BDF-EF6E65BA0B8C}"/>
              </a:ext>
            </a:extLst>
          </p:cNvPr>
          <p:cNvGraphicFramePr>
            <a:graphicFrameLocks noGrp="1"/>
          </p:cNvGraphicFramePr>
          <p:nvPr>
            <p:ph idx="1"/>
            <p:extLst>
              <p:ext uri="{D42A27DB-BD31-4B8C-83A1-F6EECF244321}">
                <p14:modId xmlns:p14="http://schemas.microsoft.com/office/powerpoint/2010/main" val="1182911622"/>
              </p:ext>
            </p:extLst>
          </p:nvPr>
        </p:nvGraphicFramePr>
        <p:xfrm>
          <a:off x="833931" y="1397570"/>
          <a:ext cx="10753724" cy="3759200"/>
        </p:xfrm>
        <a:graphic>
          <a:graphicData uri="http://schemas.openxmlformats.org/drawingml/2006/table">
            <a:tbl>
              <a:tblPr firstRow="1" bandRow="1">
                <a:tableStyleId>{5C22544A-7EE6-4342-B048-85BDC9FD1C3A}</a:tableStyleId>
              </a:tblPr>
              <a:tblGrid>
                <a:gridCol w="1357477">
                  <a:extLst>
                    <a:ext uri="{9D8B030D-6E8A-4147-A177-3AD203B41FA5}">
                      <a16:colId xmlns:a16="http://schemas.microsoft.com/office/drawing/2014/main" val="2929482701"/>
                    </a:ext>
                  </a:extLst>
                </a:gridCol>
                <a:gridCol w="9396247">
                  <a:extLst>
                    <a:ext uri="{9D8B030D-6E8A-4147-A177-3AD203B41FA5}">
                      <a16:colId xmlns:a16="http://schemas.microsoft.com/office/drawing/2014/main" val="3439334530"/>
                    </a:ext>
                  </a:extLst>
                </a:gridCol>
              </a:tblGrid>
              <a:tr h="370840">
                <a:tc>
                  <a:txBody>
                    <a:bodyPr/>
                    <a:lstStyle/>
                    <a:p>
                      <a:r>
                        <a:rPr lang="en-IN" dirty="0">
                          <a:latin typeface="Times New Roman" panose="02020603050405020304" pitchFamily="18" charset="0"/>
                          <a:cs typeface="Times New Roman" panose="02020603050405020304" pitchFamily="18" charset="0"/>
                        </a:rPr>
                        <a:t>Model Type</a:t>
                      </a:r>
                    </a:p>
                  </a:txBody>
                  <a:tcPr/>
                </a:tc>
                <a:tc>
                  <a:txBody>
                    <a:bodyPr/>
                    <a:lstStyle/>
                    <a:p>
                      <a:r>
                        <a:rPr lang="en-IN" dirty="0">
                          <a:latin typeface="Times New Roman" panose="02020603050405020304" pitchFamily="18" charset="0"/>
                          <a:cs typeface="Times New Roman" panose="02020603050405020304" pitchFamily="18" charset="0"/>
                        </a:rPr>
                        <a:t>Description</a:t>
                      </a:r>
                    </a:p>
                  </a:txBody>
                  <a:tcPr/>
                </a:tc>
                <a:extLst>
                  <a:ext uri="{0D108BD9-81ED-4DB2-BD59-A6C34878D82A}">
                    <a16:rowId xmlns:a16="http://schemas.microsoft.com/office/drawing/2014/main" val="1260017089"/>
                  </a:ext>
                </a:extLst>
              </a:tr>
              <a:tr h="370840">
                <a:tc>
                  <a:txBody>
                    <a:bodyPr/>
                    <a:lstStyle/>
                    <a:p>
                      <a:r>
                        <a:rPr lang="en-IN" dirty="0">
                          <a:latin typeface="Times New Roman" panose="02020603050405020304" pitchFamily="18" charset="0"/>
                          <a:cs typeface="Times New Roman" panose="02020603050405020304" pitchFamily="18" charset="0"/>
                        </a:rPr>
                        <a:t>Model 1 :</a:t>
                      </a:r>
                    </a:p>
                  </a:txBody>
                  <a:tcPr/>
                </a:tc>
                <a:tc>
                  <a:txBody>
                    <a:bodyPr/>
                    <a:lstStyle/>
                    <a:p>
                      <a:r>
                        <a:rPr lang="en-IN" dirty="0">
                          <a:latin typeface="Times New Roman" panose="02020603050405020304" pitchFamily="18" charset="0"/>
                          <a:cs typeface="Times New Roman" panose="02020603050405020304" pitchFamily="18" charset="0"/>
                        </a:rPr>
                        <a:t>DCM </a:t>
                      </a:r>
                      <a:r>
                        <a:rPr lang="en-IN" b="1" dirty="0">
                          <a:latin typeface="Times New Roman" panose="02020603050405020304" pitchFamily="18" charset="0"/>
                          <a:cs typeface="Times New Roman" panose="02020603050405020304" pitchFamily="18" charset="0"/>
                        </a:rPr>
                        <a:t>continuous</a:t>
                      </a:r>
                      <a:r>
                        <a:rPr lang="en-IN" dirty="0">
                          <a:latin typeface="Times New Roman" panose="02020603050405020304" pitchFamily="18" charset="0"/>
                          <a:cs typeface="Times New Roman" panose="02020603050405020304" pitchFamily="18" charset="0"/>
                        </a:rPr>
                        <a:t> case</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Fit a disease mapping course model with logistic curves with observations considered as continuous with a gaussian noise. </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model is three dimensional with two sources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77344254"/>
                  </a:ext>
                </a:extLst>
              </a:tr>
              <a:tr h="370840">
                <a:tc>
                  <a:txBody>
                    <a:bodyPr/>
                    <a:lstStyle/>
                    <a:p>
                      <a:r>
                        <a:rPr lang="en-IN" dirty="0">
                          <a:latin typeface="Times New Roman" panose="02020603050405020304" pitchFamily="18" charset="0"/>
                          <a:cs typeface="Times New Roman" panose="02020603050405020304" pitchFamily="18" charset="0"/>
                        </a:rPr>
                        <a:t>Model 2 :</a:t>
                      </a:r>
                    </a:p>
                  </a:txBody>
                  <a:tcPr/>
                </a:tc>
                <a:tc>
                  <a:txBody>
                    <a:bodyPr/>
                    <a:lstStyle/>
                    <a:p>
                      <a:r>
                        <a:rPr lang="en-IN" dirty="0">
                          <a:latin typeface="Times New Roman" panose="02020603050405020304" pitchFamily="18" charset="0"/>
                          <a:cs typeface="Times New Roman" panose="02020603050405020304" pitchFamily="18" charset="0"/>
                        </a:rPr>
                        <a:t>DCM </a:t>
                      </a:r>
                      <a:r>
                        <a:rPr lang="en-IN" b="1" dirty="0">
                          <a:latin typeface="Times New Roman" panose="02020603050405020304" pitchFamily="18" charset="0"/>
                          <a:cs typeface="Times New Roman" panose="02020603050405020304" pitchFamily="18" charset="0"/>
                        </a:rPr>
                        <a:t>ordinal</a:t>
                      </a:r>
                      <a:r>
                        <a:rPr lang="en-IN" dirty="0">
                          <a:latin typeface="Times New Roman" panose="02020603050405020304" pitchFamily="18" charset="0"/>
                          <a:cs typeface="Times New Roman" panose="02020603050405020304" pitchFamily="18" charset="0"/>
                        </a:rPr>
                        <a:t> case</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Fit a disease mapping course model with logistic curves with observations considered as ordinal. </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model is three dimensional with two sources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5979679"/>
                  </a:ext>
                </a:extLst>
              </a:tr>
              <a:tr h="370840">
                <a:tc>
                  <a:txBody>
                    <a:bodyPr/>
                    <a:lstStyle/>
                    <a:p>
                      <a:r>
                        <a:rPr lang="en-IN" dirty="0">
                          <a:latin typeface="Times New Roman" panose="02020603050405020304" pitchFamily="18" charset="0"/>
                          <a:cs typeface="Times New Roman" panose="02020603050405020304" pitchFamily="18" charset="0"/>
                        </a:rPr>
                        <a:t>Model 3 :</a:t>
                      </a:r>
                    </a:p>
                  </a:txBody>
                  <a:tcPr/>
                </a:tc>
                <a:tc>
                  <a:txBody>
                    <a:bodyPr/>
                    <a:lstStyle/>
                    <a:p>
                      <a:r>
                        <a:rPr lang="en-US" dirty="0">
                          <a:latin typeface="Times New Roman" panose="02020603050405020304" pitchFamily="18" charset="0"/>
                          <a:cs typeface="Times New Roman" panose="02020603050405020304" pitchFamily="18" charset="0"/>
                        </a:rPr>
                        <a:t>DCM </a:t>
                      </a:r>
                      <a:r>
                        <a:rPr lang="en-US" b="1" dirty="0">
                          <a:latin typeface="Times New Roman" panose="02020603050405020304" pitchFamily="18" charset="0"/>
                          <a:cs typeface="Times New Roman" panose="02020603050405020304" pitchFamily="18" charset="0"/>
                        </a:rPr>
                        <a:t>univariate continuous</a:t>
                      </a:r>
                      <a:r>
                        <a:rPr lang="en-US" dirty="0">
                          <a:latin typeface="Times New Roman" panose="02020603050405020304" pitchFamily="18" charset="0"/>
                          <a:cs typeface="Times New Roman" panose="02020603050405020304" pitchFamily="18" charset="0"/>
                        </a:rPr>
                        <a:t> model on the </a:t>
                      </a:r>
                      <a:r>
                        <a:rPr lang="en-US" b="1" dirty="0">
                          <a:latin typeface="Times New Roman" panose="02020603050405020304" pitchFamily="18" charset="0"/>
                          <a:cs typeface="Times New Roman" panose="02020603050405020304" pitchFamily="18" charset="0"/>
                        </a:rPr>
                        <a:t>aggregated score</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Fit a single logistic curve model on the sum of the three items</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model is one-dimensional without sources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80819700"/>
                  </a:ext>
                </a:extLst>
              </a:tr>
              <a:tr h="370840">
                <a:tc>
                  <a:txBody>
                    <a:bodyPr/>
                    <a:lstStyle/>
                    <a:p>
                      <a:r>
                        <a:rPr lang="en-IN" dirty="0">
                          <a:latin typeface="Times New Roman" panose="02020603050405020304" pitchFamily="18" charset="0"/>
                          <a:cs typeface="Times New Roman" panose="02020603050405020304" pitchFamily="18" charset="0"/>
                        </a:rPr>
                        <a:t>Model 4 :</a:t>
                      </a:r>
                    </a:p>
                  </a:txBody>
                  <a:tcPr/>
                </a:tc>
                <a:tc>
                  <a:txBody>
                    <a:bodyPr/>
                    <a:lstStyle/>
                    <a:p>
                      <a:r>
                        <a:rPr lang="en-US" dirty="0">
                          <a:latin typeface="Times New Roman" panose="02020603050405020304" pitchFamily="18" charset="0"/>
                          <a:cs typeface="Times New Roman" panose="02020603050405020304" pitchFamily="18" charset="0"/>
                        </a:rPr>
                        <a:t>DCM </a:t>
                      </a:r>
                      <a:r>
                        <a:rPr lang="en-US" b="1" dirty="0">
                          <a:latin typeface="Times New Roman" panose="02020603050405020304" pitchFamily="18" charset="0"/>
                          <a:cs typeface="Times New Roman" panose="02020603050405020304" pitchFamily="18" charset="0"/>
                        </a:rPr>
                        <a:t>univariate ordinal</a:t>
                      </a:r>
                      <a:r>
                        <a:rPr lang="en-US" dirty="0">
                          <a:latin typeface="Times New Roman" panose="02020603050405020304" pitchFamily="18" charset="0"/>
                          <a:cs typeface="Times New Roman" panose="02020603050405020304" pitchFamily="18" charset="0"/>
                        </a:rPr>
                        <a:t> model on the </a:t>
                      </a:r>
                      <a:r>
                        <a:rPr lang="en-US" b="1" dirty="0">
                          <a:latin typeface="Times New Roman" panose="02020603050405020304" pitchFamily="18" charset="0"/>
                          <a:cs typeface="Times New Roman" panose="02020603050405020304" pitchFamily="18" charset="0"/>
                        </a:rPr>
                        <a:t>aggregated score</a:t>
                      </a:r>
                      <a:endParaRPr lang="en-IN"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61268616"/>
                  </a:ext>
                </a:extLst>
              </a:tr>
            </a:tbl>
          </a:graphicData>
        </a:graphic>
      </p:graphicFrame>
    </p:spTree>
    <p:extLst>
      <p:ext uri="{BB962C8B-B14F-4D97-AF65-F5344CB8AC3E}">
        <p14:creationId xmlns:p14="http://schemas.microsoft.com/office/powerpoint/2010/main" val="23390067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3D12E59-E8EC-FCEE-1D07-5A3A8CE86D3F}"/>
              </a:ext>
            </a:extLst>
          </p:cNvPr>
          <p:cNvPicPr>
            <a:picLocks noChangeAspect="1"/>
          </p:cNvPicPr>
          <p:nvPr/>
        </p:nvPicPr>
        <p:blipFill rotWithShape="1">
          <a:blip r:embed="rId2"/>
          <a:srcRect t="2270" r="6749"/>
          <a:stretch/>
        </p:blipFill>
        <p:spPr>
          <a:xfrm>
            <a:off x="783020" y="662152"/>
            <a:ext cx="6460314" cy="6126294"/>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002276C-9057-C332-B893-DDEDAB056903}"/>
                  </a:ext>
                </a:extLst>
              </p:cNvPr>
              <p:cNvSpPr txBox="1"/>
              <p:nvPr/>
            </p:nvSpPr>
            <p:spPr>
              <a:xfrm>
                <a:off x="7415048" y="1722355"/>
                <a:ext cx="3846787" cy="3760132"/>
              </a:xfrm>
              <a:prstGeom prst="rect">
                <a:avLst/>
              </a:prstGeom>
              <a:noFill/>
            </p:spPr>
            <p:txBody>
              <a:bodyPr wrap="square">
                <a:spAutoFit/>
              </a:bodyPr>
              <a:lstStyle/>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We extracted the individual parameters of the four models. </a:t>
                </a:r>
              </a:p>
              <a:p>
                <a:pPr marL="285750" indent="-28575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Each individual</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i</a:t>
                </a:r>
                <a:r>
                  <a:rPr lang="en-US"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has a set of parameters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m:rPr>
                            <m:nor/>
                          </m:rPr>
                          <a:rPr lang="en-US" dirty="0">
                            <a:latin typeface="Times New Roman" panose="02020603050405020304" pitchFamily="18" charset="0"/>
                            <a:cs typeface="Times New Roman" panose="02020603050405020304" pitchFamily="18" charset="0"/>
                          </a:rPr>
                          <m:t>τ</m:t>
                        </m:r>
                      </m:e>
                      <m:sub>
                        <m:r>
                          <a:rPr lang="en-IN" b="0" i="1" smtClean="0">
                            <a:latin typeface="Cambria Math" panose="02040503050406030204" pitchFamily="18" charset="0"/>
                            <a:cs typeface="Times New Roman" panose="02020603050405020304" pitchFamily="18" charset="0"/>
                          </a:rPr>
                          <m:t>𝑖</m:t>
                        </m:r>
                      </m:sub>
                    </m:sSub>
                  </m:oMath>
                </a14:m>
                <a:r>
                  <a:rPr lang="en-US" dirty="0">
                    <a:latin typeface="Times New Roman" panose="02020603050405020304" pitchFamily="18" charset="0"/>
                    <a:cs typeface="Times New Roman" panose="02020603050405020304" pitchFamily="18" charset="0"/>
                  </a:rPr>
                  <a:t>,</a:t>
                </a:r>
                <a:r>
                  <a:rPr lang="en-US" dirty="0">
                    <a:cs typeface="Times New Roman" panose="02020603050405020304" pitchFamily="18" charset="0"/>
                  </a:rPr>
                  <a:t>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m:rPr>
                            <m:nor/>
                          </m:rPr>
                          <a:rPr lang="en-US" dirty="0">
                            <a:latin typeface="Times New Roman" panose="02020603050405020304" pitchFamily="18" charset="0"/>
                            <a:cs typeface="Times New Roman" panose="02020603050405020304" pitchFamily="18" charset="0"/>
                          </a:rPr>
                          <m:t>ξ</m:t>
                        </m:r>
                      </m:e>
                      <m:sub>
                        <m:r>
                          <a:rPr lang="en-IN" i="1">
                            <a:latin typeface="Cambria Math" panose="02040503050406030204" pitchFamily="18" charset="0"/>
                            <a:cs typeface="Times New Roman" panose="02020603050405020304" pitchFamily="18" charset="0"/>
                          </a:rPr>
                          <m:t>𝑖</m:t>
                        </m:r>
                      </m:sub>
                    </m:sSub>
                  </m:oMath>
                </a14:m>
                <a:r>
                  <a:rPr lang="en-US" dirty="0">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i="1" smtClean="0">
                            <a:latin typeface="Cambria Math" panose="02040503050406030204" pitchFamily="18" charset="0"/>
                            <a:cs typeface="Times New Roman" panose="02020603050405020304" pitchFamily="18" charset="0"/>
                          </a:rPr>
                        </m:ctrlPr>
                      </m:sSubSupPr>
                      <m:e>
                        <m:r>
                          <a:rPr lang="en-IN" b="0" i="1" smtClean="0">
                            <a:latin typeface="Cambria Math" panose="02040503050406030204" pitchFamily="18" charset="0"/>
                            <a:cs typeface="Times New Roman" panose="02020603050405020304" pitchFamily="18" charset="0"/>
                          </a:rPr>
                          <m:t>𝑠</m:t>
                        </m:r>
                      </m:e>
                      <m:sub>
                        <m:r>
                          <a:rPr lang="en-IN" b="0" i="1" smtClean="0">
                            <a:latin typeface="Cambria Math" panose="02040503050406030204" pitchFamily="18" charset="0"/>
                            <a:cs typeface="Times New Roman" panose="02020603050405020304" pitchFamily="18" charset="0"/>
                          </a:rPr>
                          <m:t>𝑖</m:t>
                        </m:r>
                      </m:sub>
                      <m:sup>
                        <m:r>
                          <a:rPr lang="en-IN" b="0" i="1" smtClean="0">
                            <a:latin typeface="Cambria Math" panose="02040503050406030204" pitchFamily="18" charset="0"/>
                            <a:cs typeface="Times New Roman" panose="02020603050405020304" pitchFamily="18" charset="0"/>
                          </a:rPr>
                          <m:t>1</m:t>
                        </m:r>
                      </m:sup>
                    </m:sSubSup>
                  </m:oMath>
                </a14:m>
                <a:r>
                  <a:rPr lang="en-US" dirty="0">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i="1">
                            <a:latin typeface="Cambria Math" panose="02040503050406030204" pitchFamily="18" charset="0"/>
                            <a:cs typeface="Times New Roman" panose="02020603050405020304" pitchFamily="18" charset="0"/>
                          </a:rPr>
                        </m:ctrlPr>
                      </m:sSubSupPr>
                      <m:e>
                        <m:r>
                          <a:rPr lang="en-IN" i="1">
                            <a:latin typeface="Cambria Math" panose="02040503050406030204" pitchFamily="18" charset="0"/>
                            <a:cs typeface="Times New Roman" panose="02020603050405020304" pitchFamily="18" charset="0"/>
                          </a:rPr>
                          <m:t>𝑠</m:t>
                        </m:r>
                      </m:e>
                      <m:sub>
                        <m:r>
                          <a:rPr lang="en-IN" i="1">
                            <a:latin typeface="Cambria Math" panose="02040503050406030204" pitchFamily="18" charset="0"/>
                            <a:cs typeface="Times New Roman" panose="02020603050405020304" pitchFamily="18" charset="0"/>
                          </a:rPr>
                          <m:t>𝑖</m:t>
                        </m:r>
                      </m:sub>
                      <m:sup>
                        <m:r>
                          <a:rPr lang="en-IN" b="0" i="1" smtClean="0">
                            <a:latin typeface="Cambria Math" panose="02040503050406030204" pitchFamily="18" charset="0"/>
                            <a:cs typeface="Times New Roman" panose="02020603050405020304" pitchFamily="18" charset="0"/>
                          </a:rPr>
                          <m:t>2</m:t>
                        </m:r>
                      </m:sup>
                    </m:sSubSup>
                  </m:oMath>
                </a14:m>
                <a:r>
                  <a:rPr lang="en-US" dirty="0">
                    <a:latin typeface="Times New Roman" panose="02020603050405020304" pitchFamily="18" charset="0"/>
                    <a:cs typeface="Times New Roman" panose="02020603050405020304" pitchFamily="18" charset="0"/>
                  </a:rPr>
                  <a:t> ) in the multivariate models </a:t>
                </a:r>
              </a:p>
              <a:p>
                <a:pPr marL="285750" indent="-28575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a:t>
                </a:r>
                <a14:m>
                  <m:oMath xmlns:m="http://schemas.openxmlformats.org/officeDocument/2006/math">
                    <m:sSubSup>
                      <m:sSubSupPr>
                        <m:ctrlPr>
                          <a:rPr lang="en-US" i="1" smtClean="0">
                            <a:latin typeface="Cambria Math" panose="02040503050406030204" pitchFamily="18" charset="0"/>
                            <a:cs typeface="Times New Roman" panose="02020603050405020304" pitchFamily="18" charset="0"/>
                          </a:rPr>
                        </m:ctrlPr>
                      </m:sSubSupPr>
                      <m:e>
                        <m:r>
                          <m:rPr>
                            <m:nor/>
                          </m:rPr>
                          <a:rPr lang="en-US" dirty="0">
                            <a:latin typeface="Times New Roman" panose="02020603050405020304" pitchFamily="18" charset="0"/>
                            <a:cs typeface="Times New Roman" panose="02020603050405020304" pitchFamily="18" charset="0"/>
                          </a:rPr>
                          <m:t>τ</m:t>
                        </m:r>
                      </m:e>
                      <m:sub>
                        <m:r>
                          <a:rPr lang="en-IN" b="0" i="1" smtClean="0">
                            <a:latin typeface="Cambria Math" panose="02040503050406030204" pitchFamily="18" charset="0"/>
                            <a:cs typeface="Times New Roman" panose="02020603050405020304" pitchFamily="18" charset="0"/>
                          </a:rPr>
                          <m:t>𝑖</m:t>
                        </m:r>
                      </m:sub>
                      <m:sup>
                        <m:r>
                          <a:rPr lang="en-IN" b="0" i="1" smtClean="0">
                            <a:latin typeface="Cambria Math" panose="02040503050406030204" pitchFamily="18" charset="0"/>
                            <a:cs typeface="Times New Roman" panose="02020603050405020304" pitchFamily="18" charset="0"/>
                          </a:rPr>
                          <m:t>′</m:t>
                        </m:r>
                      </m:sup>
                    </m:sSubSup>
                  </m:oMath>
                </a14:m>
                <a:r>
                  <a:rPr lang="en-US" dirty="0">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i="1">
                            <a:latin typeface="Cambria Math" panose="02040503050406030204" pitchFamily="18" charset="0"/>
                            <a:cs typeface="Times New Roman" panose="02020603050405020304" pitchFamily="18" charset="0"/>
                          </a:rPr>
                        </m:ctrlPr>
                      </m:sSubSupPr>
                      <m:e>
                        <m:r>
                          <m:rPr>
                            <m:nor/>
                          </m:rPr>
                          <a:rPr lang="en-US" dirty="0">
                            <a:latin typeface="Times New Roman" panose="02020603050405020304" pitchFamily="18" charset="0"/>
                            <a:cs typeface="Times New Roman" panose="02020603050405020304" pitchFamily="18" charset="0"/>
                          </a:rPr>
                          <m:t>ξ</m:t>
                        </m:r>
                      </m:e>
                      <m:sub>
                        <m:r>
                          <a:rPr lang="en-IN" i="1">
                            <a:latin typeface="Cambria Math" panose="02040503050406030204" pitchFamily="18" charset="0"/>
                            <a:cs typeface="Times New Roman" panose="02020603050405020304" pitchFamily="18" charset="0"/>
                          </a:rPr>
                          <m:t>𝑖</m:t>
                        </m:r>
                      </m:sub>
                      <m:sup>
                        <m:r>
                          <a:rPr lang="en-IN" i="1">
                            <a:latin typeface="Cambria Math" panose="02040503050406030204" pitchFamily="18" charset="0"/>
                            <a:cs typeface="Times New Roman" panose="02020603050405020304" pitchFamily="18" charset="0"/>
                          </a:rPr>
                          <m:t>′</m:t>
                        </m:r>
                      </m:sup>
                    </m:sSubSup>
                  </m:oMath>
                </a14:m>
                <a:r>
                  <a:rPr lang="en-US" dirty="0">
                    <a:latin typeface="Times New Roman" panose="02020603050405020304" pitchFamily="18" charset="0"/>
                    <a:cs typeface="Times New Roman" panose="02020603050405020304" pitchFamily="18" charset="0"/>
                  </a:rPr>
                  <a:t>) in the univariate models. </a:t>
                </a: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Embed the individuals in a two-dimensional space using a t-distributed stochastic neighbor embedding</a:t>
                </a:r>
                <a:endParaRPr lang="en-IN" dirty="0">
                  <a:latin typeface="Times New Roman" panose="02020603050405020304" pitchFamily="18" charset="0"/>
                  <a:cs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9002276C-9057-C332-B893-DDEDAB056903}"/>
                  </a:ext>
                </a:extLst>
              </p:cNvPr>
              <p:cNvSpPr txBox="1">
                <a:spLocks noRot="1" noChangeAspect="1" noMove="1" noResize="1" noEditPoints="1" noAdjustHandles="1" noChangeArrowheads="1" noChangeShapeType="1" noTextEdit="1"/>
              </p:cNvSpPr>
              <p:nvPr/>
            </p:nvSpPr>
            <p:spPr>
              <a:xfrm>
                <a:off x="7415048" y="1722355"/>
                <a:ext cx="3846787" cy="3760132"/>
              </a:xfrm>
              <a:prstGeom prst="rect">
                <a:avLst/>
              </a:prstGeom>
              <a:blipFill>
                <a:blip r:embed="rId3"/>
                <a:stretch>
                  <a:fillRect l="-951" t="-974" b="-487"/>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F8B72830-1B32-37A5-DA95-5E659A0AA995}"/>
              </a:ext>
            </a:extLst>
          </p:cNvPr>
          <p:cNvSpPr txBox="1"/>
          <p:nvPr/>
        </p:nvSpPr>
        <p:spPr>
          <a:xfrm>
            <a:off x="2044262" y="114144"/>
            <a:ext cx="8103476" cy="369332"/>
          </a:xfrm>
          <a:prstGeom prst="rect">
            <a:avLst/>
          </a:prstGeom>
          <a:noFill/>
        </p:spPr>
        <p:txBody>
          <a:bodyPr wrap="square">
            <a:spAutoFit/>
          </a:bodyPr>
          <a:lstStyle/>
          <a:p>
            <a:r>
              <a:rPr lang="en-US" b="1" u="sng" dirty="0">
                <a:latin typeface="Times New Roman" panose="02020603050405020304" pitchFamily="18" charset="0"/>
                <a:cs typeface="Times New Roman" panose="02020603050405020304" pitchFamily="18" charset="0"/>
              </a:rPr>
              <a:t>Modelling items leads to a finer-grained description of the disease progression</a:t>
            </a:r>
            <a:endParaRPr lang="en-IN"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26984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D913E44-2C6A-0758-C1DB-859910A3AEA8}"/>
              </a:ext>
            </a:extLst>
          </p:cNvPr>
          <p:cNvPicPr>
            <a:picLocks noChangeAspect="1"/>
          </p:cNvPicPr>
          <p:nvPr/>
        </p:nvPicPr>
        <p:blipFill>
          <a:blip r:embed="rId2"/>
          <a:stretch>
            <a:fillRect/>
          </a:stretch>
        </p:blipFill>
        <p:spPr>
          <a:xfrm>
            <a:off x="189184" y="1140373"/>
            <a:ext cx="7383518" cy="3909210"/>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3A346AF-6364-FC61-3F25-44761A91B8B3}"/>
                  </a:ext>
                </a:extLst>
              </p:cNvPr>
              <p:cNvSpPr txBox="1"/>
              <p:nvPr/>
            </p:nvSpPr>
            <p:spPr>
              <a:xfrm>
                <a:off x="7698826" y="524993"/>
                <a:ext cx="3846787" cy="5661165"/>
              </a:xfrm>
              <a:prstGeom prst="rect">
                <a:avLst/>
              </a:prstGeom>
              <a:noFill/>
            </p:spPr>
            <p:txBody>
              <a:bodyPr wrap="square">
                <a:spAutoFit/>
              </a:bodyPr>
              <a:lstStyle/>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By comparing the rounded predictions of the continuous model to the maximum likelihood predictions of the ordinal model. </a:t>
                </a: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It is important to note that for small scale items in general there is hardly a perfect continuous curve due to the variance of item levels. </a:t>
                </a: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For instance, a standard Likert scale for a symptom would be a 0 − 4 scale with each level corresponding to a severity measure: null, mild, moderate, severe, very severe. </a:t>
                </a:r>
              </a:p>
              <a:p>
                <a:pPr marL="285750" indent="-28575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The difference between two successive levels may vary, which highlights the role of the </a:t>
                </a:r>
                <a14:m>
                  <m:oMath xmlns:m="http://schemas.openxmlformats.org/officeDocument/2006/math">
                    <m:sSubSup>
                      <m:sSubSupPr>
                        <m:ctrlPr>
                          <a:rPr lang="en-US" b="1" i="1" smtClean="0">
                            <a:latin typeface="Cambria Math" panose="02040503050406030204" pitchFamily="18" charset="0"/>
                            <a:cs typeface="Times New Roman" panose="02020603050405020304" pitchFamily="18" charset="0"/>
                          </a:rPr>
                        </m:ctrlPr>
                      </m:sSubSupPr>
                      <m:e>
                        <m:r>
                          <m:rPr>
                            <m:nor/>
                          </m:rPr>
                          <a:rPr lang="en-US" b="1" dirty="0">
                            <a:latin typeface="Times New Roman" panose="02020603050405020304" pitchFamily="18" charset="0"/>
                            <a:cs typeface="Times New Roman" panose="02020603050405020304" pitchFamily="18" charset="0"/>
                          </a:rPr>
                          <m:t>δ</m:t>
                        </m:r>
                      </m:e>
                      <m:sub>
                        <m:r>
                          <a:rPr lang="en-IN" b="1" i="1" smtClean="0">
                            <a:latin typeface="Cambria Math" panose="02040503050406030204" pitchFamily="18" charset="0"/>
                            <a:cs typeface="Times New Roman" panose="02020603050405020304" pitchFamily="18" charset="0"/>
                          </a:rPr>
                          <m:t>𝒌</m:t>
                        </m:r>
                      </m:sub>
                      <m:sup>
                        <m:r>
                          <a:rPr lang="en-IN" b="1" i="1" smtClean="0">
                            <a:latin typeface="Cambria Math" panose="02040503050406030204" pitchFamily="18" charset="0"/>
                            <a:cs typeface="Times New Roman" panose="02020603050405020304" pitchFamily="18" charset="0"/>
                          </a:rPr>
                          <m:t>𝒍</m:t>
                        </m:r>
                      </m:sup>
                    </m:sSubSup>
                  </m:oMath>
                </a14:m>
                <a:r>
                  <a:rPr lang="en-US" dirty="0">
                    <a:latin typeface="Times New Roman" panose="02020603050405020304" pitchFamily="18" charset="0"/>
                    <a:cs typeface="Times New Roman" panose="02020603050405020304" pitchFamily="18" charset="0"/>
                  </a:rPr>
                  <a:t> parameters.</a:t>
                </a:r>
                <a:endParaRPr lang="en-IN" dirty="0">
                  <a:latin typeface="Times New Roman" panose="02020603050405020304" pitchFamily="18"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03A346AF-6364-FC61-3F25-44761A91B8B3}"/>
                  </a:ext>
                </a:extLst>
              </p:cNvPr>
              <p:cNvSpPr txBox="1">
                <a:spLocks noRot="1" noChangeAspect="1" noMove="1" noResize="1" noEditPoints="1" noAdjustHandles="1" noChangeArrowheads="1" noChangeShapeType="1" noTextEdit="1"/>
              </p:cNvSpPr>
              <p:nvPr/>
            </p:nvSpPr>
            <p:spPr>
              <a:xfrm>
                <a:off x="7698826" y="524993"/>
                <a:ext cx="3846787" cy="5661165"/>
              </a:xfrm>
              <a:prstGeom prst="rect">
                <a:avLst/>
              </a:prstGeom>
              <a:blipFill>
                <a:blip r:embed="rId3"/>
                <a:stretch>
                  <a:fillRect l="-1109" t="-538" r="-1743" b="-753"/>
                </a:stretch>
              </a:blipFill>
            </p:spPr>
            <p:txBody>
              <a:bodyPr/>
              <a:lstStyle/>
              <a:p>
                <a:r>
                  <a:rPr lang="en-IN">
                    <a:noFill/>
                  </a:rPr>
                  <a:t> </a:t>
                </a:r>
              </a:p>
            </p:txBody>
          </p:sp>
        </mc:Fallback>
      </mc:AlternateContent>
    </p:spTree>
    <p:extLst>
      <p:ext uri="{BB962C8B-B14F-4D97-AF65-F5344CB8AC3E}">
        <p14:creationId xmlns:p14="http://schemas.microsoft.com/office/powerpoint/2010/main" val="32911873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52A82-215A-6A80-05F6-4896E3E018F1}"/>
              </a:ext>
            </a:extLst>
          </p:cNvPr>
          <p:cNvSpPr>
            <a:spLocks noGrp="1"/>
          </p:cNvSpPr>
          <p:nvPr>
            <p:ph type="title"/>
          </p:nvPr>
        </p:nvSpPr>
        <p:spPr>
          <a:xfrm>
            <a:off x="676656" y="100139"/>
            <a:ext cx="10772775" cy="1658198"/>
          </a:xfrm>
        </p:spPr>
        <p:txBody>
          <a:bodyPr/>
          <a:lstStyle/>
          <a:p>
            <a:r>
              <a:rPr lang="en-US" dirty="0">
                <a:latin typeface="Times New Roman" panose="02020603050405020304" pitchFamily="18" charset="0"/>
                <a:cs typeface="Times New Roman" panose="02020603050405020304" pitchFamily="18" charset="0"/>
              </a:rPr>
              <a:t>Application to Parkinson’s disease data</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7DB302E-5227-969B-5D28-530E9619F776}"/>
              </a:ext>
            </a:extLst>
          </p:cNvPr>
          <p:cNvSpPr>
            <a:spLocks noGrp="1"/>
          </p:cNvSpPr>
          <p:nvPr>
            <p:ph idx="1"/>
          </p:nvPr>
        </p:nvSpPr>
        <p:spPr>
          <a:xfrm>
            <a:off x="508490" y="1381059"/>
            <a:ext cx="11383965" cy="5419133"/>
          </a:xfrm>
        </p:spPr>
        <p:txBody>
          <a:bodyPr>
            <a:normAutofit/>
          </a:bodyPr>
          <a:lstStyle/>
          <a:p>
            <a:pPr marL="0" indent="0">
              <a:buNone/>
            </a:pPr>
            <a:r>
              <a:rPr lang="en-IN" b="1" dirty="0">
                <a:latin typeface="Times New Roman" panose="02020603050405020304" pitchFamily="18" charset="0"/>
                <a:cs typeface="Times New Roman" panose="02020603050405020304" pitchFamily="18" charset="0"/>
              </a:rPr>
              <a:t>Data</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a:t>
            </a:r>
            <a:r>
              <a:rPr lang="en-US" sz="1700" dirty="0">
                <a:latin typeface="Times New Roman" panose="02020603050405020304" pitchFamily="18" charset="0"/>
                <a:cs typeface="Times New Roman" panose="02020603050405020304" pitchFamily="18" charset="0"/>
              </a:rPr>
              <a:t>Data used in the preparation of this article were obtained from the Parkinson’s Progression Markers Initiative (PPMI) database </a:t>
            </a:r>
          </a:p>
          <a:p>
            <a:pPr>
              <a:buFont typeface="Wingdings" panose="05000000000000000000" pitchFamily="2" charset="2"/>
              <a:buChar char="Ø"/>
            </a:pPr>
            <a:r>
              <a:rPr lang="en-US" sz="1700" dirty="0">
                <a:latin typeface="Times New Roman" panose="02020603050405020304" pitchFamily="18" charset="0"/>
                <a:cs typeface="Times New Roman" panose="02020603050405020304" pitchFamily="18" charset="0"/>
              </a:rPr>
              <a:t> The cohort includes mainly Parkinson’s disease (PD) patients within two years of their diagnosis. </a:t>
            </a:r>
          </a:p>
          <a:p>
            <a:pPr>
              <a:buFont typeface="Wingdings" panose="05000000000000000000" pitchFamily="2" charset="2"/>
              <a:buChar char="Ø"/>
            </a:pPr>
            <a:r>
              <a:rPr lang="en-US" sz="1700" dirty="0">
                <a:latin typeface="Times New Roman" panose="02020603050405020304" pitchFamily="18" charset="0"/>
                <a:cs typeface="Times New Roman" panose="02020603050405020304" pitchFamily="18" charset="0"/>
              </a:rPr>
              <a:t> Selected all PD diagnosed patients with at least 2 visits in the study in order to have a longitudinal history for the training set, which left </a:t>
            </a:r>
            <a:r>
              <a:rPr lang="en-US" sz="1700" b="1" dirty="0">
                <a:latin typeface="Times New Roman" panose="02020603050405020304" pitchFamily="18" charset="0"/>
                <a:cs typeface="Times New Roman" panose="02020603050405020304" pitchFamily="18" charset="0"/>
              </a:rPr>
              <a:t>900 subjects </a:t>
            </a:r>
            <a:r>
              <a:rPr lang="en-US" sz="1700" dirty="0">
                <a:latin typeface="Times New Roman" panose="02020603050405020304" pitchFamily="18" charset="0"/>
                <a:cs typeface="Times New Roman" panose="02020603050405020304" pitchFamily="18" charset="0"/>
              </a:rPr>
              <a:t>for a total of </a:t>
            </a:r>
            <a:r>
              <a:rPr lang="en-US" sz="1700" b="1" dirty="0">
                <a:latin typeface="Times New Roman" panose="02020603050405020304" pitchFamily="18" charset="0"/>
                <a:cs typeface="Times New Roman" panose="02020603050405020304" pitchFamily="18" charset="0"/>
              </a:rPr>
              <a:t>7918 visits</a:t>
            </a:r>
            <a:r>
              <a:rPr lang="en-US" sz="17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Ø"/>
            </a:pPr>
            <a:r>
              <a:rPr lang="en-US" sz="1700" dirty="0">
                <a:latin typeface="Times New Roman" panose="02020603050405020304" pitchFamily="18" charset="0"/>
                <a:cs typeface="Times New Roman" panose="02020603050405020304" pitchFamily="18" charset="0"/>
              </a:rPr>
              <a:t> From the wide range of biomarkers and clinical assessments, chose to focus on the MDS-UPDRS score (excluding Part IV). </a:t>
            </a:r>
          </a:p>
          <a:p>
            <a:pPr>
              <a:buFont typeface="Wingdings" panose="05000000000000000000" pitchFamily="2" charset="2"/>
              <a:buChar char="Ø"/>
            </a:pPr>
            <a:r>
              <a:rPr lang="en-US" sz="1700" dirty="0">
                <a:latin typeface="Times New Roman" panose="02020603050405020304" pitchFamily="18" charset="0"/>
                <a:cs typeface="Times New Roman" panose="02020603050405020304" pitchFamily="18" charset="0"/>
              </a:rPr>
              <a:t> It is composed of </a:t>
            </a:r>
            <a:r>
              <a:rPr lang="en-US" sz="1700" b="1" dirty="0">
                <a:latin typeface="Times New Roman" panose="02020603050405020304" pitchFamily="18" charset="0"/>
                <a:cs typeface="Times New Roman" panose="02020603050405020304" pitchFamily="18" charset="0"/>
              </a:rPr>
              <a:t>59</a:t>
            </a:r>
            <a:r>
              <a:rPr lang="en-US" sz="1700" dirty="0">
                <a:latin typeface="Times New Roman" panose="02020603050405020304" pitchFamily="18" charset="0"/>
                <a:cs typeface="Times New Roman" panose="02020603050405020304" pitchFamily="18" charset="0"/>
              </a:rPr>
              <a:t> items divided in </a:t>
            </a:r>
            <a:r>
              <a:rPr lang="en-US" sz="1700" b="1" dirty="0">
                <a:latin typeface="Times New Roman" panose="02020603050405020304" pitchFamily="18" charset="0"/>
                <a:cs typeface="Times New Roman" panose="02020603050405020304" pitchFamily="18" charset="0"/>
              </a:rPr>
              <a:t>3 sections</a:t>
            </a:r>
            <a:r>
              <a:rPr lang="en-US" sz="17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Ø"/>
            </a:pPr>
            <a:endParaRPr lang="en-US" sz="17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7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7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700" dirty="0">
              <a:latin typeface="Times New Roman" panose="02020603050405020304" pitchFamily="18" charset="0"/>
              <a:cs typeface="Times New Roman" panose="02020603050405020304" pitchFamily="18" charset="0"/>
            </a:endParaRPr>
          </a:p>
          <a:p>
            <a:pPr marL="0" indent="0">
              <a:buNone/>
            </a:pPr>
            <a:endParaRPr lang="en-US" sz="17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700" dirty="0">
                <a:latin typeface="Times New Roman" panose="02020603050405020304" pitchFamily="18" charset="0"/>
                <a:cs typeface="Times New Roman" panose="02020603050405020304" pitchFamily="18" charset="0"/>
              </a:rPr>
              <a:t>Each item is rated on a Likert scale (0: Normal, 1: Slight, 2: Mild, 3: Moderate, 4: Severe)</a:t>
            </a:r>
            <a:endParaRPr lang="en-IN" sz="1700" b="1" dirty="0">
              <a:latin typeface="Times New Roman" panose="02020603050405020304" pitchFamily="18" charset="0"/>
              <a:cs typeface="Times New Roman" panose="02020603050405020304" pitchFamily="18" charset="0"/>
            </a:endParaRPr>
          </a:p>
        </p:txBody>
      </p:sp>
      <p:graphicFrame>
        <p:nvGraphicFramePr>
          <p:cNvPr id="4" name="Table 4">
            <a:extLst>
              <a:ext uri="{FF2B5EF4-FFF2-40B4-BE49-F238E27FC236}">
                <a16:creationId xmlns:a16="http://schemas.microsoft.com/office/drawing/2014/main" id="{31309DD5-6263-AF7F-BC60-8238A0C5551C}"/>
              </a:ext>
            </a:extLst>
          </p:cNvPr>
          <p:cNvGraphicFramePr>
            <a:graphicFrameLocks noGrp="1"/>
          </p:cNvGraphicFramePr>
          <p:nvPr>
            <p:extLst>
              <p:ext uri="{D42A27DB-BD31-4B8C-83A1-F6EECF244321}">
                <p14:modId xmlns:p14="http://schemas.microsoft.com/office/powerpoint/2010/main" val="4117459873"/>
              </p:ext>
            </p:extLst>
          </p:nvPr>
        </p:nvGraphicFramePr>
        <p:xfrm>
          <a:off x="2285999" y="4295200"/>
          <a:ext cx="8328818" cy="1859280"/>
        </p:xfrm>
        <a:graphic>
          <a:graphicData uri="http://schemas.openxmlformats.org/drawingml/2006/table">
            <a:tbl>
              <a:tblPr firstRow="1" bandRow="1">
                <a:tableStyleId>{5C22544A-7EE6-4342-B048-85BDC9FD1C3A}</a:tableStyleId>
              </a:tblPr>
              <a:tblGrid>
                <a:gridCol w="4133668">
                  <a:extLst>
                    <a:ext uri="{9D8B030D-6E8A-4147-A177-3AD203B41FA5}">
                      <a16:colId xmlns:a16="http://schemas.microsoft.com/office/drawing/2014/main" val="2885304325"/>
                    </a:ext>
                  </a:extLst>
                </a:gridCol>
                <a:gridCol w="4195150">
                  <a:extLst>
                    <a:ext uri="{9D8B030D-6E8A-4147-A177-3AD203B41FA5}">
                      <a16:colId xmlns:a16="http://schemas.microsoft.com/office/drawing/2014/main" val="2417360265"/>
                    </a:ext>
                  </a:extLst>
                </a:gridCol>
              </a:tblGrid>
              <a:tr h="185531">
                <a:tc>
                  <a:txBody>
                    <a:bodyPr/>
                    <a:lstStyle/>
                    <a:p>
                      <a:r>
                        <a:rPr lang="en-IN" dirty="0">
                          <a:latin typeface="Times New Roman" panose="02020603050405020304" pitchFamily="18" charset="0"/>
                          <a:cs typeface="Times New Roman" panose="02020603050405020304" pitchFamily="18" charset="0"/>
                        </a:rPr>
                        <a:t>Sections</a:t>
                      </a:r>
                    </a:p>
                  </a:txBody>
                  <a:tcPr/>
                </a:tc>
                <a:tc>
                  <a:txBody>
                    <a:bodyPr/>
                    <a:lstStyle/>
                    <a:p>
                      <a:r>
                        <a:rPr lang="en-IN" dirty="0">
                          <a:latin typeface="Times New Roman" panose="02020603050405020304" pitchFamily="18" charset="0"/>
                          <a:cs typeface="Times New Roman" panose="02020603050405020304" pitchFamily="18" charset="0"/>
                        </a:rPr>
                        <a:t>Descriptions</a:t>
                      </a:r>
                    </a:p>
                  </a:txBody>
                  <a:tcPr/>
                </a:tc>
                <a:extLst>
                  <a:ext uri="{0D108BD9-81ED-4DB2-BD59-A6C34878D82A}">
                    <a16:rowId xmlns:a16="http://schemas.microsoft.com/office/drawing/2014/main" val="1043737919"/>
                  </a:ext>
                </a:extLst>
              </a:tr>
              <a:tr h="509826">
                <a:tc>
                  <a:txBody>
                    <a:bodyPr/>
                    <a:lstStyle/>
                    <a:p>
                      <a:pPr>
                        <a:buFont typeface="Courier New" panose="02070309020205020404" pitchFamily="49" charset="0"/>
                        <a:buNone/>
                      </a:pPr>
                      <a:r>
                        <a:rPr lang="en-US" sz="1600" dirty="0">
                          <a:latin typeface="Times New Roman" panose="02020603050405020304" pitchFamily="18" charset="0"/>
                          <a:cs typeface="Times New Roman" panose="02020603050405020304" pitchFamily="18" charset="0"/>
                        </a:rPr>
                        <a:t>non-motor aspects of experiences of daily living (I)</a:t>
                      </a:r>
                    </a:p>
                  </a:txBody>
                  <a:tcPr/>
                </a:tc>
                <a:tc>
                  <a:txBody>
                    <a:bodyPr/>
                    <a:lstStyle/>
                    <a:p>
                      <a:r>
                        <a:rPr lang="en-US" sz="1600" dirty="0">
                          <a:latin typeface="Times New Roman" panose="02020603050405020304" pitchFamily="18" charset="0"/>
                          <a:cs typeface="Times New Roman" panose="02020603050405020304" pitchFamily="18" charset="0"/>
                        </a:rPr>
                        <a:t>which is filled half by the clinician and half by the patient in a self-report questionnaire</a:t>
                      </a:r>
                      <a:endParaRPr lang="en-IN" sz="1600" dirty="0"/>
                    </a:p>
                  </a:txBody>
                  <a:tcPr/>
                </a:tc>
                <a:extLst>
                  <a:ext uri="{0D108BD9-81ED-4DB2-BD59-A6C34878D82A}">
                    <a16:rowId xmlns:a16="http://schemas.microsoft.com/office/drawing/2014/main" val="339465248"/>
                  </a:ext>
                </a:extLst>
              </a:tr>
              <a:tr h="509826">
                <a:tc>
                  <a:txBody>
                    <a:bodyPr/>
                    <a:lstStyle/>
                    <a:p>
                      <a:r>
                        <a:rPr lang="en-US" sz="1600" dirty="0">
                          <a:latin typeface="Times New Roman" panose="02020603050405020304" pitchFamily="18" charset="0"/>
                          <a:cs typeface="Times New Roman" panose="02020603050405020304" pitchFamily="18" charset="0"/>
                        </a:rPr>
                        <a:t>motor aspects of experiences of daily living (II) </a:t>
                      </a:r>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which is a form only filled by the patient; </a:t>
                      </a:r>
                    </a:p>
                    <a:p>
                      <a:endParaRPr lang="en-IN" sz="1600" dirty="0"/>
                    </a:p>
                  </a:txBody>
                  <a:tcPr/>
                </a:tc>
                <a:extLst>
                  <a:ext uri="{0D108BD9-81ED-4DB2-BD59-A6C34878D82A}">
                    <a16:rowId xmlns:a16="http://schemas.microsoft.com/office/drawing/2014/main" val="4294524397"/>
                  </a:ext>
                </a:extLst>
              </a:tr>
              <a:tr h="295162">
                <a:tc>
                  <a:txBody>
                    <a:bodyPr/>
                    <a:lstStyle/>
                    <a:p>
                      <a:r>
                        <a:rPr lang="en-US" sz="1600" dirty="0">
                          <a:latin typeface="Times New Roman" panose="02020603050405020304" pitchFamily="18" charset="0"/>
                          <a:cs typeface="Times New Roman" panose="02020603050405020304" pitchFamily="18" charset="0"/>
                        </a:rPr>
                        <a:t>motor examination (III) </a:t>
                      </a:r>
                      <a:endParaRPr lang="en-IN" sz="1600" dirty="0"/>
                    </a:p>
                  </a:txBody>
                  <a:tcPr/>
                </a:tc>
                <a:tc>
                  <a:txBody>
                    <a:bodyPr/>
                    <a:lstStyle/>
                    <a:p>
                      <a:r>
                        <a:rPr lang="en-US" sz="1600" dirty="0">
                          <a:latin typeface="Times New Roman" panose="02020603050405020304" pitchFamily="18" charset="0"/>
                          <a:cs typeface="Times New Roman" panose="02020603050405020304" pitchFamily="18" charset="0"/>
                        </a:rPr>
                        <a:t>by the clinician</a:t>
                      </a:r>
                      <a:endParaRPr lang="en-IN" sz="1600" dirty="0"/>
                    </a:p>
                  </a:txBody>
                  <a:tcPr/>
                </a:tc>
                <a:extLst>
                  <a:ext uri="{0D108BD9-81ED-4DB2-BD59-A6C34878D82A}">
                    <a16:rowId xmlns:a16="http://schemas.microsoft.com/office/drawing/2014/main" val="2982054175"/>
                  </a:ext>
                </a:extLst>
              </a:tr>
            </a:tbl>
          </a:graphicData>
        </a:graphic>
      </p:graphicFrame>
    </p:spTree>
    <p:extLst>
      <p:ext uri="{BB962C8B-B14F-4D97-AF65-F5344CB8AC3E}">
        <p14:creationId xmlns:p14="http://schemas.microsoft.com/office/powerpoint/2010/main" val="10276037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A7834-0105-FEC7-ACC7-B20CA212793E}"/>
              </a:ext>
            </a:extLst>
          </p:cNvPr>
          <p:cNvSpPr>
            <a:spLocks noGrp="1"/>
          </p:cNvSpPr>
          <p:nvPr>
            <p:ph type="title"/>
          </p:nvPr>
        </p:nvSpPr>
        <p:spPr/>
        <p:txBody>
          <a:bodyPr>
            <a:normAutofit/>
          </a:bodyPr>
          <a:lstStyle/>
          <a:p>
            <a:r>
              <a:rPr lang="en-US" sz="4800" dirty="0">
                <a:latin typeface="Times New Roman" panose="02020603050405020304" pitchFamily="18" charset="0"/>
                <a:cs typeface="Times New Roman" panose="02020603050405020304" pitchFamily="18" charset="0"/>
              </a:rPr>
              <a:t>Qualitative Experiment: a description of the MDS-UPDRS</a:t>
            </a:r>
            <a:endParaRPr lang="en-IN" sz="4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11E1348-FEC8-FA78-D2AF-0FDE1EC78640}"/>
              </a:ext>
            </a:extLst>
          </p:cNvPr>
          <p:cNvSpPr>
            <a:spLocks noGrp="1"/>
          </p:cNvSpPr>
          <p:nvPr>
            <p:ph idx="1"/>
          </p:nvPr>
        </p:nvSpPr>
        <p:spPr>
          <a:xfrm>
            <a:off x="676656" y="2011680"/>
            <a:ext cx="11347178" cy="4667644"/>
          </a:xfrm>
        </p:spPr>
        <p:txBody>
          <a:bodyPr>
            <a:normAutofit/>
          </a:bodyPr>
          <a:lstStyle/>
          <a:p>
            <a:pPr>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In PPMI, items with non-zero values often come as groups, which suggest that several items capture a similar biological phenomenon. </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 Aim to disentangle these trends with the ICA on the space-shifts. </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 Calibrated an ordinal DCM model on the 900 subjects using their whole set of 59 items.</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 Due to the very high number of dimensions, chose 8 as the number of sources to reduce the dimension of individual parameters and prevent overfitting</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 The ICA enforces correlations within the space-shifts due to the relation </a:t>
            </a:r>
            <a:r>
              <a:rPr lang="en-GB" altLang="en-US" sz="2000" b="1" i="1" dirty="0" err="1">
                <a:solidFill>
                  <a:schemeClr val="accent1"/>
                </a:solidFill>
                <a:latin typeface="Times New Roman" panose="02020603050405020304" pitchFamily="18" charset="0"/>
                <a:cs typeface="Times New Roman" panose="02020603050405020304" pitchFamily="18" charset="0"/>
              </a:rPr>
              <a:t>w</a:t>
            </a:r>
            <a:r>
              <a:rPr lang="en-GB" altLang="en-US" sz="2000" b="1" i="1" baseline="-25000" dirty="0" err="1">
                <a:solidFill>
                  <a:schemeClr val="accent1"/>
                </a:solidFill>
                <a:latin typeface="Times New Roman" panose="02020603050405020304" pitchFamily="18" charset="0"/>
                <a:cs typeface="Times New Roman" panose="02020603050405020304" pitchFamily="18" charset="0"/>
              </a:rPr>
              <a:t>i</a:t>
            </a:r>
            <a:r>
              <a:rPr lang="de-DE" altLang="en-US" sz="2000" b="1" dirty="0">
                <a:solidFill>
                  <a:schemeClr val="accent1"/>
                </a:solidFill>
                <a:latin typeface="Times New Roman" panose="02020603050405020304" pitchFamily="18" charset="0"/>
                <a:cs typeface="Times New Roman" panose="02020603050405020304" pitchFamily="18" charset="0"/>
              </a:rPr>
              <a:t> = A</a:t>
            </a:r>
            <a:r>
              <a:rPr lang="en-GB" altLang="en-US" sz="2000" b="1" i="1" dirty="0" err="1">
                <a:solidFill>
                  <a:schemeClr val="accent1"/>
                </a:solidFill>
                <a:latin typeface="Times New Roman" panose="02020603050405020304" pitchFamily="18" charset="0"/>
                <a:cs typeface="Times New Roman" panose="02020603050405020304" pitchFamily="18" charset="0"/>
              </a:rPr>
              <a:t>s</a:t>
            </a:r>
            <a:r>
              <a:rPr lang="en-GB" altLang="en-US" sz="2000" b="1" i="1" baseline="-25000" dirty="0" err="1">
                <a:solidFill>
                  <a:schemeClr val="accent1"/>
                </a:solidFill>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with </a:t>
            </a:r>
            <a:r>
              <a:rPr lang="en-US" sz="2000" b="1" dirty="0">
                <a:latin typeface="Times New Roman" panose="02020603050405020304" pitchFamily="18" charset="0"/>
                <a:cs typeface="Times New Roman" panose="02020603050405020304" pitchFamily="18" charset="0"/>
              </a:rPr>
              <a:t>A</a:t>
            </a:r>
            <a:r>
              <a:rPr lang="en-US" sz="2000" dirty="0">
                <a:latin typeface="Times New Roman" panose="02020603050405020304" pitchFamily="18" charset="0"/>
                <a:cs typeface="Times New Roman" panose="02020603050405020304" pitchFamily="18" charset="0"/>
              </a:rPr>
              <a:t> being rectangular</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 The correlations across individuals resulting from these space-shifts values, can be seen as a time delay in the progression of each item compared to the population average trajectory</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Performed hierarchical clustering in order to isolate groups of highly correlated items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06412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FB1F81E-AF94-4681-91C9-B0B831AFAE4A}"/>
              </a:ext>
            </a:extLst>
          </p:cNvPr>
          <p:cNvPicPr>
            <a:picLocks noGrp="1" noChangeAspect="1"/>
          </p:cNvPicPr>
          <p:nvPr>
            <p:ph idx="1"/>
          </p:nvPr>
        </p:nvPicPr>
        <p:blipFill>
          <a:blip r:embed="rId2"/>
          <a:stretch>
            <a:fillRect/>
          </a:stretch>
        </p:blipFill>
        <p:spPr>
          <a:xfrm>
            <a:off x="3294993" y="110359"/>
            <a:ext cx="8734097" cy="6395545"/>
          </a:xfrm>
        </p:spPr>
      </p:pic>
      <p:sp>
        <p:nvSpPr>
          <p:cNvPr id="6" name="Left Bracket 5">
            <a:extLst>
              <a:ext uri="{FF2B5EF4-FFF2-40B4-BE49-F238E27FC236}">
                <a16:creationId xmlns:a16="http://schemas.microsoft.com/office/drawing/2014/main" id="{5B185642-8BA6-3E8B-7DDE-2132D37B1A4D}"/>
              </a:ext>
            </a:extLst>
          </p:cNvPr>
          <p:cNvSpPr/>
          <p:nvPr/>
        </p:nvSpPr>
        <p:spPr>
          <a:xfrm>
            <a:off x="3200400" y="225972"/>
            <a:ext cx="504497" cy="903890"/>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7" name="TextBox 6">
            <a:extLst>
              <a:ext uri="{FF2B5EF4-FFF2-40B4-BE49-F238E27FC236}">
                <a16:creationId xmlns:a16="http://schemas.microsoft.com/office/drawing/2014/main" id="{0F073598-48E5-58A3-3948-66FEF3DBF025}"/>
              </a:ext>
            </a:extLst>
          </p:cNvPr>
          <p:cNvSpPr txBox="1"/>
          <p:nvPr/>
        </p:nvSpPr>
        <p:spPr>
          <a:xfrm>
            <a:off x="472965" y="1269974"/>
            <a:ext cx="2396359"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Cluster 2 : Right</a:t>
            </a:r>
          </a:p>
        </p:txBody>
      </p:sp>
      <p:sp>
        <p:nvSpPr>
          <p:cNvPr id="8" name="Left Bracket 7">
            <a:extLst>
              <a:ext uri="{FF2B5EF4-FFF2-40B4-BE49-F238E27FC236}">
                <a16:creationId xmlns:a16="http://schemas.microsoft.com/office/drawing/2014/main" id="{89FF7A20-1F79-AD5B-2585-8F410FEC927C}"/>
              </a:ext>
            </a:extLst>
          </p:cNvPr>
          <p:cNvSpPr/>
          <p:nvPr/>
        </p:nvSpPr>
        <p:spPr>
          <a:xfrm>
            <a:off x="3268717" y="1268754"/>
            <a:ext cx="504497" cy="58632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9" name="TextBox 8">
            <a:extLst>
              <a:ext uri="{FF2B5EF4-FFF2-40B4-BE49-F238E27FC236}">
                <a16:creationId xmlns:a16="http://schemas.microsoft.com/office/drawing/2014/main" id="{1BF8075F-84B9-E982-2D91-A83283D1D6FA}"/>
              </a:ext>
            </a:extLst>
          </p:cNvPr>
          <p:cNvSpPr txBox="1"/>
          <p:nvPr/>
        </p:nvSpPr>
        <p:spPr>
          <a:xfrm>
            <a:off x="472966" y="498564"/>
            <a:ext cx="2396359"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Cluster 1 : Tremors</a:t>
            </a:r>
          </a:p>
        </p:txBody>
      </p:sp>
      <p:sp>
        <p:nvSpPr>
          <p:cNvPr id="10" name="Left Bracket 9">
            <a:extLst>
              <a:ext uri="{FF2B5EF4-FFF2-40B4-BE49-F238E27FC236}">
                <a16:creationId xmlns:a16="http://schemas.microsoft.com/office/drawing/2014/main" id="{00E5A9BB-AB78-0222-6B8A-CF77DB19087B}"/>
              </a:ext>
            </a:extLst>
          </p:cNvPr>
          <p:cNvSpPr/>
          <p:nvPr/>
        </p:nvSpPr>
        <p:spPr>
          <a:xfrm>
            <a:off x="3520965" y="2038665"/>
            <a:ext cx="504497" cy="586321"/>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1" name="Left Bracket 10">
            <a:extLst>
              <a:ext uri="{FF2B5EF4-FFF2-40B4-BE49-F238E27FC236}">
                <a16:creationId xmlns:a16="http://schemas.microsoft.com/office/drawing/2014/main" id="{E3E72875-884C-23E1-CA07-49F5B09C01AE}"/>
              </a:ext>
            </a:extLst>
          </p:cNvPr>
          <p:cNvSpPr/>
          <p:nvPr/>
        </p:nvSpPr>
        <p:spPr>
          <a:xfrm>
            <a:off x="3452648" y="2891644"/>
            <a:ext cx="504497" cy="813253"/>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2" name="Left Bracket 11">
            <a:extLst>
              <a:ext uri="{FF2B5EF4-FFF2-40B4-BE49-F238E27FC236}">
                <a16:creationId xmlns:a16="http://schemas.microsoft.com/office/drawing/2014/main" id="{E6665AD2-4280-D055-A8F6-9E58784CDD1A}"/>
              </a:ext>
            </a:extLst>
          </p:cNvPr>
          <p:cNvSpPr/>
          <p:nvPr/>
        </p:nvSpPr>
        <p:spPr>
          <a:xfrm>
            <a:off x="3042744" y="3758174"/>
            <a:ext cx="504497" cy="1549549"/>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3" name="TextBox 12">
            <a:extLst>
              <a:ext uri="{FF2B5EF4-FFF2-40B4-BE49-F238E27FC236}">
                <a16:creationId xmlns:a16="http://schemas.microsoft.com/office/drawing/2014/main" id="{C49BEA87-DD1B-A6A9-B456-DA548C82851E}"/>
              </a:ext>
            </a:extLst>
          </p:cNvPr>
          <p:cNvSpPr txBox="1"/>
          <p:nvPr/>
        </p:nvSpPr>
        <p:spPr>
          <a:xfrm>
            <a:off x="404646" y="2144741"/>
            <a:ext cx="2396359"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Cluster 3 : Left</a:t>
            </a:r>
          </a:p>
        </p:txBody>
      </p:sp>
      <p:sp>
        <p:nvSpPr>
          <p:cNvPr id="14" name="TextBox 13">
            <a:extLst>
              <a:ext uri="{FF2B5EF4-FFF2-40B4-BE49-F238E27FC236}">
                <a16:creationId xmlns:a16="http://schemas.microsoft.com/office/drawing/2014/main" id="{76684BE7-643E-DA69-DA8B-A06F0B8BFF7F}"/>
              </a:ext>
            </a:extLst>
          </p:cNvPr>
          <p:cNvSpPr txBox="1"/>
          <p:nvPr/>
        </p:nvSpPr>
        <p:spPr>
          <a:xfrm>
            <a:off x="404647" y="3019509"/>
            <a:ext cx="2396359"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Cluster 4 : Daily life</a:t>
            </a:r>
          </a:p>
        </p:txBody>
      </p:sp>
      <p:sp>
        <p:nvSpPr>
          <p:cNvPr id="15" name="TextBox 14">
            <a:extLst>
              <a:ext uri="{FF2B5EF4-FFF2-40B4-BE49-F238E27FC236}">
                <a16:creationId xmlns:a16="http://schemas.microsoft.com/office/drawing/2014/main" id="{60E1B0B6-00E5-2E36-AF47-4BCE08211A37}"/>
              </a:ext>
            </a:extLst>
          </p:cNvPr>
          <p:cNvSpPr txBox="1"/>
          <p:nvPr/>
        </p:nvSpPr>
        <p:spPr>
          <a:xfrm>
            <a:off x="162910" y="4163616"/>
            <a:ext cx="2879834"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Cluster 5 : non motor aspects</a:t>
            </a:r>
          </a:p>
        </p:txBody>
      </p:sp>
      <p:sp>
        <p:nvSpPr>
          <p:cNvPr id="3" name="Rectangle 2">
            <a:extLst>
              <a:ext uri="{FF2B5EF4-FFF2-40B4-BE49-F238E27FC236}">
                <a16:creationId xmlns:a16="http://schemas.microsoft.com/office/drawing/2014/main" id="{1274B59B-401A-3252-773D-15B0CC3DF184}"/>
              </a:ext>
            </a:extLst>
          </p:cNvPr>
          <p:cNvSpPr/>
          <p:nvPr/>
        </p:nvSpPr>
        <p:spPr>
          <a:xfrm>
            <a:off x="3957145" y="1855075"/>
            <a:ext cx="715523" cy="18359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5284704-90EB-6589-489D-3CDDFD0E360F}"/>
              </a:ext>
            </a:extLst>
          </p:cNvPr>
          <p:cNvSpPr/>
          <p:nvPr/>
        </p:nvSpPr>
        <p:spPr>
          <a:xfrm>
            <a:off x="4320571" y="4058827"/>
            <a:ext cx="504497" cy="18359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19475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FA858358-6F94-57DF-C5CA-E918ED0B1EC9}"/>
              </a:ext>
            </a:extLst>
          </p:cNvPr>
          <p:cNvGraphicFramePr>
            <a:graphicFrameLocks noGrp="1"/>
          </p:cNvGraphicFramePr>
          <p:nvPr>
            <p:extLst>
              <p:ext uri="{D42A27DB-BD31-4B8C-83A1-F6EECF244321}">
                <p14:modId xmlns:p14="http://schemas.microsoft.com/office/powerpoint/2010/main" val="368351114"/>
              </p:ext>
            </p:extLst>
          </p:nvPr>
        </p:nvGraphicFramePr>
        <p:xfrm>
          <a:off x="1797269" y="1045486"/>
          <a:ext cx="8755117" cy="3978459"/>
        </p:xfrm>
        <a:graphic>
          <a:graphicData uri="http://schemas.openxmlformats.org/drawingml/2006/table">
            <a:tbl>
              <a:tblPr firstRow="1" bandRow="1">
                <a:tableStyleId>{5C22544A-7EE6-4342-B048-85BDC9FD1C3A}</a:tableStyleId>
              </a:tblPr>
              <a:tblGrid>
                <a:gridCol w="4269280">
                  <a:extLst>
                    <a:ext uri="{9D8B030D-6E8A-4147-A177-3AD203B41FA5}">
                      <a16:colId xmlns:a16="http://schemas.microsoft.com/office/drawing/2014/main" val="1684121637"/>
                    </a:ext>
                  </a:extLst>
                </a:gridCol>
                <a:gridCol w="4485837">
                  <a:extLst>
                    <a:ext uri="{9D8B030D-6E8A-4147-A177-3AD203B41FA5}">
                      <a16:colId xmlns:a16="http://schemas.microsoft.com/office/drawing/2014/main" val="2116091619"/>
                    </a:ext>
                  </a:extLst>
                </a:gridCol>
              </a:tblGrid>
              <a:tr h="442051">
                <a:tc>
                  <a:txBody>
                    <a:bodyPr/>
                    <a:lstStyle/>
                    <a:p>
                      <a:r>
                        <a:rPr lang="en-IN" dirty="0">
                          <a:latin typeface="Times New Roman" panose="02020603050405020304" pitchFamily="18" charset="0"/>
                          <a:cs typeface="Times New Roman" panose="02020603050405020304" pitchFamily="18" charset="0"/>
                        </a:rPr>
                        <a:t>Sources</a:t>
                      </a:r>
                    </a:p>
                  </a:txBody>
                  <a:tcPr/>
                </a:tc>
                <a:tc>
                  <a:txBody>
                    <a:bodyPr/>
                    <a:lstStyle/>
                    <a:p>
                      <a:r>
                        <a:rPr lang="en-IN" dirty="0">
                          <a:latin typeface="Times New Roman" panose="02020603050405020304" pitchFamily="18" charset="0"/>
                          <a:cs typeface="Times New Roman" panose="02020603050405020304" pitchFamily="18" charset="0"/>
                        </a:rPr>
                        <a:t>Description</a:t>
                      </a:r>
                    </a:p>
                  </a:txBody>
                  <a:tcPr/>
                </a:tc>
                <a:extLst>
                  <a:ext uri="{0D108BD9-81ED-4DB2-BD59-A6C34878D82A}">
                    <a16:rowId xmlns:a16="http://schemas.microsoft.com/office/drawing/2014/main" val="2462865441"/>
                  </a:ext>
                </a:extLst>
              </a:tr>
              <a:tr h="442051">
                <a:tc>
                  <a:txBody>
                    <a:bodyPr/>
                    <a:lstStyle/>
                    <a:p>
                      <a:r>
                        <a:rPr lang="en-IN" dirty="0">
                          <a:latin typeface="Times New Roman" panose="02020603050405020304" pitchFamily="18" charset="0"/>
                          <a:cs typeface="Times New Roman" panose="02020603050405020304" pitchFamily="18" charset="0"/>
                        </a:rPr>
                        <a:t>Source 1</a:t>
                      </a:r>
                    </a:p>
                  </a:txBody>
                  <a:tcPr/>
                </a:tc>
                <a:tc>
                  <a:txBody>
                    <a:bodyPr/>
                    <a:lstStyle/>
                    <a:p>
                      <a:r>
                        <a:rPr lang="en-IN" dirty="0">
                          <a:latin typeface="Times New Roman" panose="02020603050405020304" pitchFamily="18" charset="0"/>
                          <a:cs typeface="Times New Roman" panose="02020603050405020304" pitchFamily="18" charset="0"/>
                        </a:rPr>
                        <a:t>Left body delay</a:t>
                      </a:r>
                    </a:p>
                  </a:txBody>
                  <a:tcPr/>
                </a:tc>
                <a:extLst>
                  <a:ext uri="{0D108BD9-81ED-4DB2-BD59-A6C34878D82A}">
                    <a16:rowId xmlns:a16="http://schemas.microsoft.com/office/drawing/2014/main" val="1145336202"/>
                  </a:ext>
                </a:extLst>
              </a:tr>
              <a:tr h="442051">
                <a:tc>
                  <a:txBody>
                    <a:bodyPr/>
                    <a:lstStyle/>
                    <a:p>
                      <a:r>
                        <a:rPr lang="en-IN" dirty="0">
                          <a:latin typeface="Times New Roman" panose="02020603050405020304" pitchFamily="18" charset="0"/>
                          <a:cs typeface="Times New Roman" panose="02020603050405020304" pitchFamily="18" charset="0"/>
                        </a:rPr>
                        <a:t>Source 2</a:t>
                      </a:r>
                    </a:p>
                  </a:txBody>
                  <a:tcPr/>
                </a:tc>
                <a:tc>
                  <a:txBody>
                    <a:bodyPr/>
                    <a:lstStyle/>
                    <a:p>
                      <a:r>
                        <a:rPr lang="en-IN" dirty="0">
                          <a:latin typeface="Times New Roman" panose="02020603050405020304" pitchFamily="18" charset="0"/>
                          <a:cs typeface="Times New Roman" panose="02020603050405020304" pitchFamily="18" charset="0"/>
                        </a:rPr>
                        <a:t>Right body delay</a:t>
                      </a:r>
                    </a:p>
                  </a:txBody>
                  <a:tcPr/>
                </a:tc>
                <a:extLst>
                  <a:ext uri="{0D108BD9-81ED-4DB2-BD59-A6C34878D82A}">
                    <a16:rowId xmlns:a16="http://schemas.microsoft.com/office/drawing/2014/main" val="904621745"/>
                  </a:ext>
                </a:extLst>
              </a:tr>
              <a:tr h="442051">
                <a:tc>
                  <a:txBody>
                    <a:bodyPr/>
                    <a:lstStyle/>
                    <a:p>
                      <a:r>
                        <a:rPr lang="en-IN" dirty="0">
                          <a:latin typeface="Times New Roman" panose="02020603050405020304" pitchFamily="18" charset="0"/>
                          <a:cs typeface="Times New Roman" panose="02020603050405020304" pitchFamily="18" charset="0"/>
                        </a:rPr>
                        <a:t>Source 3</a:t>
                      </a:r>
                    </a:p>
                  </a:txBody>
                  <a:tcPr/>
                </a:tc>
                <a:tc>
                  <a:txBody>
                    <a:bodyPr/>
                    <a:lstStyle/>
                    <a:p>
                      <a:r>
                        <a:rPr lang="en-IN" dirty="0">
                          <a:latin typeface="Times New Roman" panose="02020603050405020304" pitchFamily="18" charset="0"/>
                          <a:cs typeface="Times New Roman" panose="02020603050405020304" pitchFamily="18" charset="0"/>
                        </a:rPr>
                        <a:t>Motor Source</a:t>
                      </a:r>
                    </a:p>
                  </a:txBody>
                  <a:tcPr/>
                </a:tc>
                <a:extLst>
                  <a:ext uri="{0D108BD9-81ED-4DB2-BD59-A6C34878D82A}">
                    <a16:rowId xmlns:a16="http://schemas.microsoft.com/office/drawing/2014/main" val="17774666"/>
                  </a:ext>
                </a:extLst>
              </a:tr>
              <a:tr h="442051">
                <a:tc>
                  <a:txBody>
                    <a:bodyPr/>
                    <a:lstStyle/>
                    <a:p>
                      <a:r>
                        <a:rPr lang="en-IN" dirty="0">
                          <a:latin typeface="Times New Roman" panose="02020603050405020304" pitchFamily="18" charset="0"/>
                          <a:cs typeface="Times New Roman" panose="02020603050405020304" pitchFamily="18" charset="0"/>
                        </a:rPr>
                        <a:t>Source 4</a:t>
                      </a:r>
                    </a:p>
                  </a:txBody>
                  <a:tcPr/>
                </a:tc>
                <a:tc>
                  <a:txBody>
                    <a:bodyPr/>
                    <a:lstStyle/>
                    <a:p>
                      <a:r>
                        <a:rPr lang="en-US" dirty="0">
                          <a:latin typeface="Times New Roman" panose="02020603050405020304" pitchFamily="18" charset="0"/>
                          <a:cs typeface="Times New Roman" panose="02020603050405020304" pitchFamily="18" charset="0"/>
                        </a:rPr>
                        <a:t>Left body and rigidity combined progression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79234629"/>
                  </a:ext>
                </a:extLst>
              </a:tr>
              <a:tr h="442051">
                <a:tc>
                  <a:txBody>
                    <a:bodyPr/>
                    <a:lstStyle/>
                    <a:p>
                      <a:r>
                        <a:rPr lang="en-IN" dirty="0">
                          <a:latin typeface="Times New Roman" panose="02020603050405020304" pitchFamily="18" charset="0"/>
                          <a:cs typeface="Times New Roman" panose="02020603050405020304" pitchFamily="18" charset="0"/>
                        </a:rPr>
                        <a:t>Source 5</a:t>
                      </a:r>
                    </a:p>
                  </a:txBody>
                  <a:tcPr/>
                </a:tc>
                <a:tc>
                  <a:txBody>
                    <a:bodyPr/>
                    <a:lstStyle/>
                    <a:p>
                      <a:r>
                        <a:rPr lang="en-IN" dirty="0">
                          <a:latin typeface="Times New Roman" panose="02020603050405020304" pitchFamily="18" charset="0"/>
                          <a:cs typeface="Times New Roman" panose="02020603050405020304" pitchFamily="18" charset="0"/>
                        </a:rPr>
                        <a:t>Patient’s self-report effect</a:t>
                      </a:r>
                    </a:p>
                  </a:txBody>
                  <a:tcPr/>
                </a:tc>
                <a:extLst>
                  <a:ext uri="{0D108BD9-81ED-4DB2-BD59-A6C34878D82A}">
                    <a16:rowId xmlns:a16="http://schemas.microsoft.com/office/drawing/2014/main" val="3232425338"/>
                  </a:ext>
                </a:extLst>
              </a:tr>
              <a:tr h="442051">
                <a:tc>
                  <a:txBody>
                    <a:bodyPr/>
                    <a:lstStyle/>
                    <a:p>
                      <a:r>
                        <a:rPr lang="en-IN" dirty="0">
                          <a:latin typeface="Times New Roman" panose="02020603050405020304" pitchFamily="18" charset="0"/>
                          <a:cs typeface="Times New Roman" panose="02020603050405020304" pitchFamily="18" charset="0"/>
                        </a:rPr>
                        <a:t>Source 6</a:t>
                      </a:r>
                    </a:p>
                  </a:txBody>
                  <a:tcPr/>
                </a:tc>
                <a:tc>
                  <a:txBody>
                    <a:bodyPr/>
                    <a:lstStyle/>
                    <a:p>
                      <a:r>
                        <a:rPr lang="en-IN" dirty="0">
                          <a:latin typeface="Times New Roman" panose="02020603050405020304" pitchFamily="18" charset="0"/>
                          <a:cs typeface="Times New Roman" panose="02020603050405020304" pitchFamily="18" charset="0"/>
                        </a:rPr>
                        <a:t>Brain-first source</a:t>
                      </a:r>
                    </a:p>
                  </a:txBody>
                  <a:tcPr/>
                </a:tc>
                <a:extLst>
                  <a:ext uri="{0D108BD9-81ED-4DB2-BD59-A6C34878D82A}">
                    <a16:rowId xmlns:a16="http://schemas.microsoft.com/office/drawing/2014/main" val="414223948"/>
                  </a:ext>
                </a:extLst>
              </a:tr>
              <a:tr h="442051">
                <a:tc>
                  <a:txBody>
                    <a:bodyPr/>
                    <a:lstStyle/>
                    <a:p>
                      <a:r>
                        <a:rPr lang="en-IN" dirty="0">
                          <a:latin typeface="Times New Roman" panose="02020603050405020304" pitchFamily="18" charset="0"/>
                          <a:cs typeface="Times New Roman" panose="02020603050405020304" pitchFamily="18" charset="0"/>
                        </a:rPr>
                        <a:t>Source 7</a:t>
                      </a:r>
                    </a:p>
                  </a:txBody>
                  <a:tcPr/>
                </a:tc>
                <a:tc>
                  <a:txBody>
                    <a:bodyPr/>
                    <a:lstStyle/>
                    <a:p>
                      <a:r>
                        <a:rPr lang="en-IN" dirty="0">
                          <a:latin typeface="Times New Roman" panose="02020603050405020304" pitchFamily="18" charset="0"/>
                          <a:cs typeface="Times New Roman" panose="02020603050405020304" pitchFamily="18" charset="0"/>
                        </a:rPr>
                        <a:t>Gait and balance source</a:t>
                      </a:r>
                    </a:p>
                  </a:txBody>
                  <a:tcPr/>
                </a:tc>
                <a:extLst>
                  <a:ext uri="{0D108BD9-81ED-4DB2-BD59-A6C34878D82A}">
                    <a16:rowId xmlns:a16="http://schemas.microsoft.com/office/drawing/2014/main" val="2796641397"/>
                  </a:ext>
                </a:extLst>
              </a:tr>
              <a:tr h="442051">
                <a:tc>
                  <a:txBody>
                    <a:bodyPr/>
                    <a:lstStyle/>
                    <a:p>
                      <a:r>
                        <a:rPr lang="en-IN" dirty="0">
                          <a:latin typeface="Times New Roman" panose="02020603050405020304" pitchFamily="18" charset="0"/>
                          <a:cs typeface="Times New Roman" panose="02020603050405020304" pitchFamily="18" charset="0"/>
                        </a:rPr>
                        <a:t>Source 8</a:t>
                      </a:r>
                    </a:p>
                  </a:txBody>
                  <a:tcPr/>
                </a:tc>
                <a:tc>
                  <a:txBody>
                    <a:bodyPr/>
                    <a:lstStyle/>
                    <a:p>
                      <a:r>
                        <a:rPr lang="en-IN" dirty="0">
                          <a:latin typeface="Times New Roman" panose="02020603050405020304" pitchFamily="18" charset="0"/>
                          <a:cs typeface="Times New Roman" panose="02020603050405020304" pitchFamily="18" charset="0"/>
                        </a:rPr>
                        <a:t>Cognitive source</a:t>
                      </a:r>
                    </a:p>
                  </a:txBody>
                  <a:tcPr/>
                </a:tc>
                <a:extLst>
                  <a:ext uri="{0D108BD9-81ED-4DB2-BD59-A6C34878D82A}">
                    <a16:rowId xmlns:a16="http://schemas.microsoft.com/office/drawing/2014/main" val="1901349318"/>
                  </a:ext>
                </a:extLst>
              </a:tr>
            </a:tbl>
          </a:graphicData>
        </a:graphic>
      </p:graphicFrame>
    </p:spTree>
    <p:extLst>
      <p:ext uri="{BB962C8B-B14F-4D97-AF65-F5344CB8AC3E}">
        <p14:creationId xmlns:p14="http://schemas.microsoft.com/office/powerpoint/2010/main" val="30557863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49BF9-F8F2-FEE7-6F1A-AF4E88141CE8}"/>
              </a:ext>
            </a:extLst>
          </p:cNvPr>
          <p:cNvSpPr>
            <a:spLocks noGrp="1"/>
          </p:cNvSpPr>
          <p:nvPr>
            <p:ph type="title"/>
          </p:nvPr>
        </p:nvSpPr>
        <p:spPr/>
        <p:txBody>
          <a:bodyPr/>
          <a:lstStyle/>
          <a:p>
            <a:r>
              <a:rPr lang="en-IN" dirty="0"/>
              <a:t> </a:t>
            </a:r>
            <a:r>
              <a:rPr lang="en-IN" dirty="0">
                <a:latin typeface="Times New Roman" panose="02020603050405020304" pitchFamily="18" charset="0"/>
                <a:cs typeface="Times New Roman" panose="02020603050405020304" pitchFamily="18" charset="0"/>
              </a:rPr>
              <a:t>Quantitative results: prediction task</a:t>
            </a:r>
            <a:br>
              <a:rPr lang="en-IN" dirty="0"/>
            </a:br>
            <a:endParaRPr lang="en-IN" dirty="0"/>
          </a:p>
        </p:txBody>
      </p:sp>
      <p:sp>
        <p:nvSpPr>
          <p:cNvPr id="21" name="Oval 20">
            <a:extLst>
              <a:ext uri="{FF2B5EF4-FFF2-40B4-BE49-F238E27FC236}">
                <a16:creationId xmlns:a16="http://schemas.microsoft.com/office/drawing/2014/main" id="{A357F834-190C-5CF1-47C7-0E0C37E92A67}"/>
              </a:ext>
            </a:extLst>
          </p:cNvPr>
          <p:cNvSpPr/>
          <p:nvPr/>
        </p:nvSpPr>
        <p:spPr>
          <a:xfrm>
            <a:off x="233851" y="3303540"/>
            <a:ext cx="1936534" cy="1703145"/>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dirty="0">
                <a:latin typeface="Times New Roman" panose="02020603050405020304" pitchFamily="18" charset="0"/>
                <a:cs typeface="Times New Roman" panose="02020603050405020304" pitchFamily="18" charset="0"/>
              </a:rPr>
              <a:t>Baseline   constant model</a:t>
            </a:r>
          </a:p>
        </p:txBody>
      </p:sp>
      <p:sp>
        <p:nvSpPr>
          <p:cNvPr id="22" name="Oval 21">
            <a:extLst>
              <a:ext uri="{FF2B5EF4-FFF2-40B4-BE49-F238E27FC236}">
                <a16:creationId xmlns:a16="http://schemas.microsoft.com/office/drawing/2014/main" id="{ABDA97D6-34D9-69EF-792F-A07A0EA52322}"/>
              </a:ext>
            </a:extLst>
          </p:cNvPr>
          <p:cNvSpPr/>
          <p:nvPr/>
        </p:nvSpPr>
        <p:spPr>
          <a:xfrm>
            <a:off x="143639" y="5103981"/>
            <a:ext cx="2026746" cy="1703145"/>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dirty="0">
                <a:latin typeface="Times New Roman" panose="02020603050405020304" pitchFamily="18" charset="0"/>
                <a:cs typeface="Times New Roman" panose="02020603050405020304" pitchFamily="18" charset="0"/>
              </a:rPr>
              <a:t>Linear    mixed effect</a:t>
            </a:r>
          </a:p>
        </p:txBody>
      </p:sp>
      <p:pic>
        <p:nvPicPr>
          <p:cNvPr id="24" name="Picture 23">
            <a:extLst>
              <a:ext uri="{FF2B5EF4-FFF2-40B4-BE49-F238E27FC236}">
                <a16:creationId xmlns:a16="http://schemas.microsoft.com/office/drawing/2014/main" id="{D520C200-60E4-345E-51F6-D82CC3C59289}"/>
              </a:ext>
            </a:extLst>
          </p:cNvPr>
          <p:cNvPicPr>
            <a:picLocks noChangeAspect="1"/>
          </p:cNvPicPr>
          <p:nvPr/>
        </p:nvPicPr>
        <p:blipFill>
          <a:blip r:embed="rId2"/>
          <a:stretch>
            <a:fillRect/>
          </a:stretch>
        </p:blipFill>
        <p:spPr>
          <a:xfrm>
            <a:off x="3220893" y="1800431"/>
            <a:ext cx="8620188" cy="1485911"/>
          </a:xfrm>
          <a:prstGeom prst="rect">
            <a:avLst/>
          </a:prstGeom>
          <a:ln w="38100">
            <a:solidFill>
              <a:schemeClr val="accent1">
                <a:lumMod val="60000"/>
                <a:lumOff val="40000"/>
              </a:schemeClr>
            </a:solidFill>
          </a:ln>
        </p:spPr>
      </p:pic>
      <p:sp>
        <p:nvSpPr>
          <p:cNvPr id="25" name="Oval 24">
            <a:extLst>
              <a:ext uri="{FF2B5EF4-FFF2-40B4-BE49-F238E27FC236}">
                <a16:creationId xmlns:a16="http://schemas.microsoft.com/office/drawing/2014/main" id="{122E8FFB-47F0-D302-1F4D-482BEDC8EA7E}"/>
              </a:ext>
            </a:extLst>
          </p:cNvPr>
          <p:cNvSpPr/>
          <p:nvPr/>
        </p:nvSpPr>
        <p:spPr>
          <a:xfrm>
            <a:off x="246142" y="1645342"/>
            <a:ext cx="1988208" cy="1560902"/>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dirty="0">
                <a:latin typeface="Times New Roman" panose="02020603050405020304" pitchFamily="18" charset="0"/>
                <a:cs typeface="Times New Roman" panose="02020603050405020304" pitchFamily="18" charset="0"/>
              </a:rPr>
              <a:t>Ordinal multivariate</a:t>
            </a:r>
          </a:p>
        </p:txBody>
      </p:sp>
      <p:pic>
        <p:nvPicPr>
          <p:cNvPr id="27" name="Picture 26">
            <a:extLst>
              <a:ext uri="{FF2B5EF4-FFF2-40B4-BE49-F238E27FC236}">
                <a16:creationId xmlns:a16="http://schemas.microsoft.com/office/drawing/2014/main" id="{1F5E5C7E-E119-9022-3D09-D003B6375616}"/>
              </a:ext>
            </a:extLst>
          </p:cNvPr>
          <p:cNvPicPr>
            <a:picLocks noChangeAspect="1"/>
          </p:cNvPicPr>
          <p:nvPr/>
        </p:nvPicPr>
        <p:blipFill>
          <a:blip r:embed="rId3"/>
          <a:stretch>
            <a:fillRect/>
          </a:stretch>
        </p:blipFill>
        <p:spPr>
          <a:xfrm>
            <a:off x="3220893" y="3820513"/>
            <a:ext cx="7419553" cy="766727"/>
          </a:xfrm>
          <a:prstGeom prst="rect">
            <a:avLst/>
          </a:prstGeom>
          <a:ln w="38100">
            <a:solidFill>
              <a:schemeClr val="accent1">
                <a:lumMod val="60000"/>
                <a:lumOff val="40000"/>
              </a:schemeClr>
            </a:solidFill>
          </a:ln>
        </p:spPr>
      </p:pic>
      <p:pic>
        <p:nvPicPr>
          <p:cNvPr id="29" name="Picture 28">
            <a:extLst>
              <a:ext uri="{FF2B5EF4-FFF2-40B4-BE49-F238E27FC236}">
                <a16:creationId xmlns:a16="http://schemas.microsoft.com/office/drawing/2014/main" id="{915069D8-F6AA-2B17-DEE0-8B6153EB41DE}"/>
              </a:ext>
            </a:extLst>
          </p:cNvPr>
          <p:cNvPicPr>
            <a:picLocks noChangeAspect="1"/>
          </p:cNvPicPr>
          <p:nvPr/>
        </p:nvPicPr>
        <p:blipFill>
          <a:blip r:embed="rId4"/>
          <a:stretch>
            <a:fillRect/>
          </a:stretch>
        </p:blipFill>
        <p:spPr>
          <a:xfrm>
            <a:off x="3220893" y="5006685"/>
            <a:ext cx="5829343" cy="1533536"/>
          </a:xfrm>
          <a:prstGeom prst="rect">
            <a:avLst/>
          </a:prstGeom>
          <a:ln w="38100">
            <a:solidFill>
              <a:schemeClr val="accent1">
                <a:lumMod val="60000"/>
                <a:lumOff val="40000"/>
              </a:schemeClr>
            </a:solidFill>
          </a:ln>
        </p:spPr>
      </p:pic>
    </p:spTree>
    <p:extLst>
      <p:ext uri="{BB962C8B-B14F-4D97-AF65-F5344CB8AC3E}">
        <p14:creationId xmlns:p14="http://schemas.microsoft.com/office/powerpoint/2010/main" val="22362610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EB92448-4D70-2C02-B8FB-32009D76EC39}"/>
              </a:ext>
            </a:extLst>
          </p:cNvPr>
          <p:cNvPicPr>
            <a:picLocks noChangeAspect="1"/>
          </p:cNvPicPr>
          <p:nvPr/>
        </p:nvPicPr>
        <p:blipFill>
          <a:blip r:embed="rId2"/>
          <a:stretch>
            <a:fillRect/>
          </a:stretch>
        </p:blipFill>
        <p:spPr>
          <a:xfrm>
            <a:off x="5858017" y="362436"/>
            <a:ext cx="5762667" cy="1571636"/>
          </a:xfrm>
          <a:prstGeom prst="rect">
            <a:avLst/>
          </a:prstGeom>
          <a:ln w="38100">
            <a:solidFill>
              <a:schemeClr val="accent1">
                <a:lumMod val="60000"/>
                <a:lumOff val="40000"/>
              </a:schemeClr>
            </a:solidFill>
          </a:ln>
        </p:spPr>
      </p:pic>
      <p:pic>
        <p:nvPicPr>
          <p:cNvPr id="9" name="Picture 8">
            <a:extLst>
              <a:ext uri="{FF2B5EF4-FFF2-40B4-BE49-F238E27FC236}">
                <a16:creationId xmlns:a16="http://schemas.microsoft.com/office/drawing/2014/main" id="{5F646CFD-7F25-1E09-39A6-82A312CF8975}"/>
              </a:ext>
            </a:extLst>
          </p:cNvPr>
          <p:cNvPicPr>
            <a:picLocks noChangeAspect="1"/>
          </p:cNvPicPr>
          <p:nvPr/>
        </p:nvPicPr>
        <p:blipFill>
          <a:blip r:embed="rId3"/>
          <a:stretch>
            <a:fillRect/>
          </a:stretch>
        </p:blipFill>
        <p:spPr>
          <a:xfrm>
            <a:off x="224472" y="2693598"/>
            <a:ext cx="6839000" cy="1581162"/>
          </a:xfrm>
          <a:prstGeom prst="rect">
            <a:avLst/>
          </a:prstGeom>
          <a:ln w="38100">
            <a:solidFill>
              <a:schemeClr val="accent1">
                <a:lumMod val="60000"/>
                <a:lumOff val="40000"/>
              </a:schemeClr>
            </a:solidFill>
          </a:ln>
        </p:spPr>
      </p:pic>
      <p:pic>
        <p:nvPicPr>
          <p:cNvPr id="11" name="Picture 10">
            <a:extLst>
              <a:ext uri="{FF2B5EF4-FFF2-40B4-BE49-F238E27FC236}">
                <a16:creationId xmlns:a16="http://schemas.microsoft.com/office/drawing/2014/main" id="{A0C30D87-D2C2-B55E-6914-7A1913D7C92C}"/>
              </a:ext>
            </a:extLst>
          </p:cNvPr>
          <p:cNvPicPr>
            <a:picLocks noChangeAspect="1"/>
          </p:cNvPicPr>
          <p:nvPr/>
        </p:nvPicPr>
        <p:blipFill>
          <a:blip r:embed="rId4"/>
          <a:stretch>
            <a:fillRect/>
          </a:stretch>
        </p:blipFill>
        <p:spPr>
          <a:xfrm>
            <a:off x="3945134" y="5123954"/>
            <a:ext cx="7620056" cy="1371610"/>
          </a:xfrm>
          <a:prstGeom prst="rect">
            <a:avLst/>
          </a:prstGeom>
          <a:ln w="38100">
            <a:solidFill>
              <a:schemeClr val="accent1">
                <a:lumMod val="60000"/>
                <a:lumOff val="40000"/>
              </a:schemeClr>
            </a:solidFill>
          </a:ln>
        </p:spPr>
      </p:pic>
      <p:sp>
        <p:nvSpPr>
          <p:cNvPr id="12" name="Oval 11">
            <a:extLst>
              <a:ext uri="{FF2B5EF4-FFF2-40B4-BE49-F238E27FC236}">
                <a16:creationId xmlns:a16="http://schemas.microsoft.com/office/drawing/2014/main" id="{DE41F36A-32C6-967B-DFA0-0AAA0352CD1E}"/>
              </a:ext>
            </a:extLst>
          </p:cNvPr>
          <p:cNvSpPr/>
          <p:nvPr/>
        </p:nvSpPr>
        <p:spPr>
          <a:xfrm>
            <a:off x="1744004" y="210206"/>
            <a:ext cx="2103821" cy="1776135"/>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dirty="0">
                <a:latin typeface="Times New Roman" panose="02020603050405020304" pitchFamily="18" charset="0"/>
                <a:cs typeface="Times New Roman" panose="02020603050405020304" pitchFamily="18" charset="0"/>
              </a:rPr>
              <a:t>Continuous univariate</a:t>
            </a:r>
          </a:p>
        </p:txBody>
      </p:sp>
      <p:sp>
        <p:nvSpPr>
          <p:cNvPr id="13" name="Oval 12">
            <a:extLst>
              <a:ext uri="{FF2B5EF4-FFF2-40B4-BE49-F238E27FC236}">
                <a16:creationId xmlns:a16="http://schemas.microsoft.com/office/drawing/2014/main" id="{5D326D1B-BF41-B944-7F91-A2010798151B}"/>
              </a:ext>
            </a:extLst>
          </p:cNvPr>
          <p:cNvSpPr/>
          <p:nvPr/>
        </p:nvSpPr>
        <p:spPr>
          <a:xfrm>
            <a:off x="8259378" y="2412123"/>
            <a:ext cx="2030249" cy="1776135"/>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dirty="0">
                <a:latin typeface="Times New Roman" panose="02020603050405020304" pitchFamily="18" charset="0"/>
                <a:cs typeface="Times New Roman" panose="02020603050405020304" pitchFamily="18" charset="0"/>
              </a:rPr>
              <a:t>Continuous multivariate</a:t>
            </a:r>
          </a:p>
        </p:txBody>
      </p:sp>
      <p:sp>
        <p:nvSpPr>
          <p:cNvPr id="15" name="Oval 14">
            <a:extLst>
              <a:ext uri="{FF2B5EF4-FFF2-40B4-BE49-F238E27FC236}">
                <a16:creationId xmlns:a16="http://schemas.microsoft.com/office/drawing/2014/main" id="{2478A276-B016-7E34-F64C-22F6FAA888D9}"/>
              </a:ext>
            </a:extLst>
          </p:cNvPr>
          <p:cNvSpPr/>
          <p:nvPr/>
        </p:nvSpPr>
        <p:spPr>
          <a:xfrm>
            <a:off x="1251607" y="4980660"/>
            <a:ext cx="1848946" cy="1658198"/>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dirty="0">
                <a:latin typeface="Times New Roman" panose="02020603050405020304" pitchFamily="18" charset="0"/>
                <a:cs typeface="Times New Roman" panose="02020603050405020304" pitchFamily="18" charset="0"/>
              </a:rPr>
              <a:t>   Ordinal   univariate</a:t>
            </a:r>
          </a:p>
        </p:txBody>
      </p:sp>
    </p:spTree>
    <p:extLst>
      <p:ext uri="{BB962C8B-B14F-4D97-AF65-F5344CB8AC3E}">
        <p14:creationId xmlns:p14="http://schemas.microsoft.com/office/powerpoint/2010/main" val="29770449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80592373-6AD0-57C2-63EF-6A35B9017A25}"/>
              </a:ext>
            </a:extLst>
          </p:cNvPr>
          <p:cNvSpPr/>
          <p:nvPr/>
        </p:nvSpPr>
        <p:spPr>
          <a:xfrm>
            <a:off x="798956" y="175185"/>
            <a:ext cx="3352800" cy="143466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F72E19AA-CB67-CA90-BD9B-0580AD1091CA}"/>
              </a:ext>
            </a:extLst>
          </p:cNvPr>
          <p:cNvSpPr txBox="1"/>
          <p:nvPr/>
        </p:nvSpPr>
        <p:spPr>
          <a:xfrm>
            <a:off x="1785647" y="618259"/>
            <a:ext cx="2916293" cy="400110"/>
          </a:xfrm>
          <a:prstGeom prst="rect">
            <a:avLst/>
          </a:prstGeom>
          <a:noFill/>
        </p:spPr>
        <p:txBody>
          <a:bodyPr wrap="square" rtlCol="0">
            <a:spAutoFit/>
          </a:bodyPr>
          <a:lstStyle/>
          <a:p>
            <a:r>
              <a:rPr lang="en-IN" sz="2000" b="1" dirty="0">
                <a:solidFill>
                  <a:schemeClr val="bg1"/>
                </a:solidFill>
                <a:latin typeface="Times New Roman" panose="02020603050405020304" pitchFamily="18" charset="0"/>
                <a:cs typeface="Times New Roman" panose="02020603050405020304" pitchFamily="18" charset="0"/>
              </a:rPr>
              <a:t>Training</a:t>
            </a:r>
          </a:p>
        </p:txBody>
      </p:sp>
      <p:sp>
        <p:nvSpPr>
          <p:cNvPr id="7" name="Oval 6">
            <a:extLst>
              <a:ext uri="{FF2B5EF4-FFF2-40B4-BE49-F238E27FC236}">
                <a16:creationId xmlns:a16="http://schemas.microsoft.com/office/drawing/2014/main" id="{D86241EA-C210-87B2-950B-559F1E75C020}"/>
              </a:ext>
            </a:extLst>
          </p:cNvPr>
          <p:cNvSpPr/>
          <p:nvPr/>
        </p:nvSpPr>
        <p:spPr>
          <a:xfrm>
            <a:off x="798956" y="1994338"/>
            <a:ext cx="3352800" cy="143466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C997817D-37BB-DBB6-84E7-132C9287E80F}"/>
              </a:ext>
            </a:extLst>
          </p:cNvPr>
          <p:cNvSpPr txBox="1"/>
          <p:nvPr/>
        </p:nvSpPr>
        <p:spPr>
          <a:xfrm>
            <a:off x="1718688" y="2511614"/>
            <a:ext cx="2632700" cy="400110"/>
          </a:xfrm>
          <a:prstGeom prst="rect">
            <a:avLst/>
          </a:prstGeom>
          <a:noFill/>
        </p:spPr>
        <p:txBody>
          <a:bodyPr wrap="square" rtlCol="0">
            <a:spAutoFit/>
          </a:bodyPr>
          <a:lstStyle/>
          <a:p>
            <a:r>
              <a:rPr lang="en-US" sz="2000" b="1" dirty="0">
                <a:solidFill>
                  <a:schemeClr val="bg1"/>
                </a:solidFill>
                <a:latin typeface="Times New Roman" panose="02020603050405020304" pitchFamily="18" charset="0"/>
                <a:cs typeface="Times New Roman" panose="02020603050405020304" pitchFamily="18" charset="0"/>
              </a:rPr>
              <a:t>Prediction</a:t>
            </a:r>
            <a:endParaRPr lang="en-IN" sz="2000" b="1" dirty="0">
              <a:solidFill>
                <a:schemeClr val="bg1"/>
              </a:solidFill>
              <a:latin typeface="Times New Roman" panose="02020603050405020304" pitchFamily="18" charset="0"/>
              <a:cs typeface="Times New Roman" panose="02020603050405020304" pitchFamily="18" charset="0"/>
            </a:endParaRPr>
          </a:p>
        </p:txBody>
      </p:sp>
      <p:sp>
        <p:nvSpPr>
          <p:cNvPr id="11" name="Oval 10">
            <a:extLst>
              <a:ext uri="{FF2B5EF4-FFF2-40B4-BE49-F238E27FC236}">
                <a16:creationId xmlns:a16="http://schemas.microsoft.com/office/drawing/2014/main" id="{C5C0551B-BAB9-526E-F3A5-4DA9B9D23DE0}"/>
              </a:ext>
            </a:extLst>
          </p:cNvPr>
          <p:cNvSpPr/>
          <p:nvPr/>
        </p:nvSpPr>
        <p:spPr>
          <a:xfrm>
            <a:off x="798956" y="4204914"/>
            <a:ext cx="3352800" cy="143466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FFEADF8A-2586-4BE2-D377-2F36CAB09293}"/>
              </a:ext>
            </a:extLst>
          </p:cNvPr>
          <p:cNvSpPr txBox="1"/>
          <p:nvPr/>
        </p:nvSpPr>
        <p:spPr>
          <a:xfrm>
            <a:off x="1175780" y="4715258"/>
            <a:ext cx="2916293" cy="400110"/>
          </a:xfrm>
          <a:prstGeom prst="rect">
            <a:avLst/>
          </a:prstGeom>
          <a:noFill/>
        </p:spPr>
        <p:txBody>
          <a:bodyPr wrap="square" rtlCol="0">
            <a:spAutoFit/>
          </a:bodyPr>
          <a:lstStyle/>
          <a:p>
            <a:r>
              <a:rPr lang="en-IN" sz="2000" b="1" dirty="0">
                <a:solidFill>
                  <a:schemeClr val="bg1"/>
                </a:solidFill>
                <a:latin typeface="Times New Roman" panose="02020603050405020304" pitchFamily="18" charset="0"/>
                <a:cs typeface="Times New Roman" panose="02020603050405020304" pitchFamily="18" charset="0"/>
              </a:rPr>
              <a:t>Cross- Validation</a:t>
            </a:r>
          </a:p>
        </p:txBody>
      </p:sp>
      <p:sp>
        <p:nvSpPr>
          <p:cNvPr id="15" name="TextBox 14">
            <a:extLst>
              <a:ext uri="{FF2B5EF4-FFF2-40B4-BE49-F238E27FC236}">
                <a16:creationId xmlns:a16="http://schemas.microsoft.com/office/drawing/2014/main" id="{8C7E9934-2C39-EE7C-B4D7-6DADDA7DA7F1}"/>
              </a:ext>
            </a:extLst>
          </p:cNvPr>
          <p:cNvSpPr txBox="1"/>
          <p:nvPr/>
        </p:nvSpPr>
        <p:spPr>
          <a:xfrm>
            <a:off x="4424982" y="341643"/>
            <a:ext cx="7435942" cy="6463308"/>
          </a:xfrm>
          <a:prstGeom prst="rect">
            <a:avLst/>
          </a:prstGeom>
          <a:noFill/>
        </p:spPr>
        <p:txBody>
          <a:bodyPr wrap="square">
            <a:spAutoFit/>
          </a:bodyPr>
          <a:lstStyle/>
          <a:p>
            <a:pPr marL="285750" indent="-285750">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A training dataset is utilized to calibrate or train</a:t>
            </a:r>
          </a:p>
          <a:p>
            <a:pPr marL="285750" indent="-285750">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To learn the fixed effects for mixed-effect models or DCM</a:t>
            </a: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The models are used to predict outcomes for patients in a separate test set.</a:t>
            </a:r>
          </a:p>
          <a:p>
            <a:pPr marL="285750"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For each patient in the test set, a set of their past visits is considered. </a:t>
            </a:r>
          </a:p>
          <a:p>
            <a:pPr marL="285750"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From this set, some visits are randomly selected, including a visit in the future for which the prediction is desired.</a:t>
            </a:r>
          </a:p>
          <a:p>
            <a:pPr marL="285750"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The random effects of the models, which capture individual patient variations, are learned based on the past visits of each patient. </a:t>
            </a:r>
          </a:p>
          <a:p>
            <a:pPr marL="285750"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With the personalized model that incorporates both fixed and random effects, the model computes the expected value at the desired future visit's timepoint for that specific patient.</a:t>
            </a: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To assess the accuracy and generalization performance of the predictive models, a repeated 8-fold cross-validation technique is employed.</a:t>
            </a:r>
          </a:p>
          <a:p>
            <a:pPr marL="285750" indent="-285750">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 Cross-validation involves partitioning the dataset into multiple subsets (in this case, 8 subsets) for training and testing in a way that each subset serves as both a testing set and a training set in different iterations.</a:t>
            </a:r>
          </a:p>
          <a:p>
            <a:pPr marL="285750" indent="-285750">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This process is repeated multiple times (hence "repeated" cross-validation) to ensure robustness in the evaluation of the models.</a:t>
            </a:r>
          </a:p>
          <a:p>
            <a:pPr marL="285750" indent="-285750">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The models' prediction errors are measured and assessed during this cross-validation process to determine their performance.</a:t>
            </a:r>
          </a:p>
          <a:p>
            <a:endParaRPr lang="en-US" sz="1400" dirty="0"/>
          </a:p>
        </p:txBody>
      </p:sp>
    </p:spTree>
    <p:extLst>
      <p:ext uri="{BB962C8B-B14F-4D97-AF65-F5344CB8AC3E}">
        <p14:creationId xmlns:p14="http://schemas.microsoft.com/office/powerpoint/2010/main" val="34983967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97C8950-1861-9619-2598-C0ABB2BEE642}"/>
              </a:ext>
            </a:extLst>
          </p:cNvPr>
          <p:cNvPicPr>
            <a:picLocks noChangeAspect="1"/>
          </p:cNvPicPr>
          <p:nvPr/>
        </p:nvPicPr>
        <p:blipFill rotWithShape="1">
          <a:blip r:embed="rId2"/>
          <a:srcRect l="4427" r="7111"/>
          <a:stretch/>
        </p:blipFill>
        <p:spPr>
          <a:xfrm>
            <a:off x="42041" y="961697"/>
            <a:ext cx="5980387" cy="4356538"/>
          </a:xfrm>
          <a:prstGeom prst="rect">
            <a:avLst/>
          </a:prstGeom>
        </p:spPr>
      </p:pic>
      <p:sp>
        <p:nvSpPr>
          <p:cNvPr id="10" name="TextBox 9">
            <a:extLst>
              <a:ext uri="{FF2B5EF4-FFF2-40B4-BE49-F238E27FC236}">
                <a16:creationId xmlns:a16="http://schemas.microsoft.com/office/drawing/2014/main" id="{34C4AB7B-2F0D-1231-1993-441FD39DCE8F}"/>
              </a:ext>
            </a:extLst>
          </p:cNvPr>
          <p:cNvSpPr txBox="1"/>
          <p:nvPr/>
        </p:nvSpPr>
        <p:spPr>
          <a:xfrm>
            <a:off x="5980829" y="428178"/>
            <a:ext cx="6096000" cy="6001643"/>
          </a:xfrm>
          <a:prstGeom prst="rect">
            <a:avLst/>
          </a:prstGeom>
          <a:noFill/>
        </p:spPr>
        <p:txBody>
          <a:bodyPr wrap="square">
            <a:spAutoFit/>
          </a:bodyPr>
          <a:lstStyle/>
          <a:p>
            <a:pPr marL="285750" indent="-285750">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Constant prediction and linear mixed models perform well in the early stages of the disease when patient scores are low, reflecting slow progression.</a:t>
            </a:r>
          </a:p>
          <a:p>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Simple models (linear and constant) become less effective as patient scores increase, indicating their inability to capture disease progression accurately.</a:t>
            </a:r>
          </a:p>
          <a:p>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Ordinal models exhibit a similar trend, with better performance in higher disease stages, outperforming continuous models in the early stages due to the flexibility of step parameters.</a:t>
            </a:r>
          </a:p>
          <a:p>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In later disease stages, continuous models catch up with ordinal models in performance, attributed to sparser data at these stages, emphasizing the role of shape priors.</a:t>
            </a:r>
          </a:p>
          <a:p>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Over the long term, ordinal models benefit from their low granularity for better prediction at low levels when changes are small, but their performance becomes more mixed at higher disease stages due to data limitations.</a:t>
            </a:r>
          </a:p>
          <a:p>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Comparing univariate and multivariate models, univariate models are better at capturing early disease progression, while multivariate models excel as disease progression accelerates in later stages.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2631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3F45FD7-DEF7-60E7-799A-DEA1570A229F}"/>
              </a:ext>
            </a:extLst>
          </p:cNvPr>
          <p:cNvPicPr>
            <a:picLocks noChangeAspect="1"/>
          </p:cNvPicPr>
          <p:nvPr/>
        </p:nvPicPr>
        <p:blipFill rotWithShape="1">
          <a:blip r:embed="rId2"/>
          <a:srcRect b="50908"/>
          <a:stretch/>
        </p:blipFill>
        <p:spPr>
          <a:xfrm>
            <a:off x="6602105" y="1040235"/>
            <a:ext cx="5589895" cy="4110606"/>
          </a:xfrm>
          <a:prstGeom prst="rect">
            <a:avLst/>
          </a:prstGeom>
        </p:spPr>
      </p:pic>
      <p:sp>
        <p:nvSpPr>
          <p:cNvPr id="8" name="TextBox 7">
            <a:extLst>
              <a:ext uri="{FF2B5EF4-FFF2-40B4-BE49-F238E27FC236}">
                <a16:creationId xmlns:a16="http://schemas.microsoft.com/office/drawing/2014/main" id="{532A259B-D80D-C303-9680-988C58156742}"/>
              </a:ext>
            </a:extLst>
          </p:cNvPr>
          <p:cNvSpPr txBox="1"/>
          <p:nvPr/>
        </p:nvSpPr>
        <p:spPr>
          <a:xfrm>
            <a:off x="318445" y="756128"/>
            <a:ext cx="6096000" cy="5016758"/>
          </a:xfrm>
          <a:prstGeom prst="rect">
            <a:avLst/>
          </a:prstGeom>
          <a:noFill/>
        </p:spPr>
        <p:txBody>
          <a:bodyPr wrap="square">
            <a:spAutoFit/>
          </a:bodyPr>
          <a:lstStyle/>
          <a:p>
            <a:pPr marL="285750" indent="-285750">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The average disease progression as learned by univariate mixed-effect models.</a:t>
            </a:r>
          </a:p>
          <a:p>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Spaghetti plots with individual trajectories.</a:t>
            </a:r>
          </a:p>
          <a:p>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The figure illustrates that the logistic and ordinal models provide similar descriptions of the aggregate score until age 85.</a:t>
            </a:r>
          </a:p>
          <a:p>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After age 85, the logistic model assumes the score will reach a value of 1, which is unlikely in practice, leading to a slower progression in the ordinal model.</a:t>
            </a:r>
          </a:p>
          <a:p>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The logistic model anticipates faster disease progression after 85 years old.</a:t>
            </a:r>
          </a:p>
          <a:p>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In contrast, the linear mixed-effect model tends to underestimate the rate of change at this stage.</a:t>
            </a:r>
          </a:p>
          <a:p>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The shape of the step function is mainly influenced by the δ values learned, making it more flexible.</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9537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2C97CB63-9F62-E741-8494-F8A82FC30D71}"/>
              </a:ext>
            </a:extLst>
          </p:cNvPr>
          <p:cNvSpPr>
            <a:spLocks noGrp="1"/>
          </p:cNvSpPr>
          <p:nvPr>
            <p:ph type="body" sz="quarter" idx="13"/>
          </p:nvPr>
        </p:nvSpPr>
        <p:spPr>
          <a:xfrm>
            <a:off x="6612148" y="3363264"/>
            <a:ext cx="1936865" cy="614413"/>
          </a:xfrm>
        </p:spPr>
        <p:txBody>
          <a:bodyPr/>
          <a:lstStyle/>
          <a:p>
            <a:pPr algn="ctr">
              <a:lnSpc>
                <a:spcPct val="100000"/>
              </a:lnSpc>
            </a:pPr>
            <a:r>
              <a:rPr lang="fr-FR" sz="1600" dirty="0">
                <a:solidFill>
                  <a:schemeClr val="tx1"/>
                </a:solidFill>
                <a:latin typeface="Times New Roman" panose="02020603050405020304" pitchFamily="18" charset="0"/>
                <a:cs typeface="Times New Roman" panose="02020603050405020304" pitchFamily="18" charset="0"/>
              </a:rPr>
              <a:t>IV. Application: </a:t>
            </a:r>
            <a:r>
              <a:rPr lang="fr-FR" sz="1600" dirty="0" err="1">
                <a:solidFill>
                  <a:schemeClr val="tx1"/>
                </a:solidFill>
                <a:latin typeface="Times New Roman" panose="02020603050405020304" pitchFamily="18" charset="0"/>
                <a:cs typeface="Times New Roman" panose="02020603050405020304" pitchFamily="18" charset="0"/>
              </a:rPr>
              <a:t>cofactor</a:t>
            </a:r>
            <a:r>
              <a:rPr lang="fr-FR" sz="1600" dirty="0">
                <a:solidFill>
                  <a:schemeClr val="tx1"/>
                </a:solidFill>
                <a:latin typeface="Times New Roman" panose="02020603050405020304" pitchFamily="18" charset="0"/>
                <a:cs typeface="Times New Roman" panose="02020603050405020304" pitchFamily="18" charset="0"/>
              </a:rPr>
              <a:t> </a:t>
            </a:r>
            <a:r>
              <a:rPr lang="fr-FR" sz="1600" dirty="0" err="1">
                <a:solidFill>
                  <a:schemeClr val="tx1"/>
                </a:solidFill>
                <a:latin typeface="Times New Roman" panose="02020603050405020304" pitchFamily="18" charset="0"/>
                <a:cs typeface="Times New Roman" panose="02020603050405020304" pitchFamily="18" charset="0"/>
              </a:rPr>
              <a:t>analysis</a:t>
            </a:r>
            <a:endParaRPr lang="fr-FR" sz="1600" dirty="0">
              <a:solidFill>
                <a:schemeClr val="tx1"/>
              </a:solidFill>
              <a:latin typeface="Times New Roman" panose="02020603050405020304" pitchFamily="18" charset="0"/>
              <a:cs typeface="Times New Roman" panose="02020603050405020304" pitchFamily="18" charset="0"/>
            </a:endParaRPr>
          </a:p>
        </p:txBody>
      </p:sp>
      <p:sp>
        <p:nvSpPr>
          <p:cNvPr id="13" name="Espace réservé du texte 3">
            <a:extLst>
              <a:ext uri="{FF2B5EF4-FFF2-40B4-BE49-F238E27FC236}">
                <a16:creationId xmlns:a16="http://schemas.microsoft.com/office/drawing/2014/main" id="{51A4CC4A-4A37-5E43-B232-46F889373F5F}"/>
              </a:ext>
            </a:extLst>
          </p:cNvPr>
          <p:cNvSpPr txBox="1">
            <a:spLocks/>
          </p:cNvSpPr>
          <p:nvPr/>
        </p:nvSpPr>
        <p:spPr>
          <a:xfrm>
            <a:off x="532900" y="819957"/>
            <a:ext cx="9858456" cy="809619"/>
          </a:xfrm>
          <a:prstGeom prst="rect">
            <a:avLst/>
          </a:prstGeom>
        </p:spPr>
        <p:txBody>
          <a:bodyPr/>
          <a:lstStyle>
            <a:lvl1pPr marL="0" indent="0" algn="l" defTabSz="685749" rtl="0" eaLnBrk="1" latinLnBrk="0" hangingPunct="1">
              <a:lnSpc>
                <a:spcPct val="150000"/>
              </a:lnSpc>
              <a:spcBef>
                <a:spcPts val="750"/>
              </a:spcBef>
              <a:buFont typeface="Arial" panose="020B0604020202020204" pitchFamily="34" charset="0"/>
              <a:buNone/>
              <a:defRPr sz="1350" kern="1200">
                <a:solidFill>
                  <a:srgbClr val="702082"/>
                </a:solidFill>
                <a:latin typeface="Nexa Bold" charset="0"/>
                <a:ea typeface="Nexa Bold" charset="0"/>
                <a:cs typeface="Nexa Bold" charset="0"/>
              </a:defRPr>
            </a:lvl1pPr>
            <a:lvl2pPr marL="342875" indent="0" algn="l" defTabSz="685749" rtl="0" eaLnBrk="1" latinLnBrk="0" hangingPunct="1">
              <a:lnSpc>
                <a:spcPct val="80000"/>
              </a:lnSpc>
              <a:spcBef>
                <a:spcPts val="375"/>
              </a:spcBef>
              <a:buFontTx/>
              <a:buNone/>
              <a:defRPr sz="1125" kern="1200">
                <a:solidFill>
                  <a:schemeClr val="tx1"/>
                </a:solidFill>
                <a:latin typeface="Nexa Light" charset="0"/>
                <a:ea typeface="Nexa Light" charset="0"/>
                <a:cs typeface="Nexa Light" charset="0"/>
              </a:defRPr>
            </a:lvl2pPr>
            <a:lvl3pPr marL="857186" indent="-171438" algn="l" defTabSz="685749"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60"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35"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09"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fr-FR" sz="2800" b="1" dirty="0">
                <a:solidFill>
                  <a:schemeClr val="accent1"/>
                </a:solidFill>
                <a:latin typeface="Times New Roman" panose="02020603050405020304" pitchFamily="18" charset="0"/>
                <a:cs typeface="Times New Roman" panose="02020603050405020304" pitchFamily="18" charset="0"/>
              </a:rPr>
              <a:t>Python : </a:t>
            </a:r>
            <a:r>
              <a:rPr lang="fr-FR" sz="2800" b="1" dirty="0" err="1">
                <a:solidFill>
                  <a:schemeClr val="accent1"/>
                </a:solidFill>
                <a:latin typeface="Times New Roman" panose="02020603050405020304" pitchFamily="18" charset="0"/>
                <a:cs typeface="Times New Roman" panose="02020603050405020304" pitchFamily="18" charset="0"/>
              </a:rPr>
              <a:t>Leaspy</a:t>
            </a:r>
            <a:endParaRPr lang="fr-FR" sz="2800" b="1" dirty="0">
              <a:solidFill>
                <a:schemeClr val="accent1"/>
              </a:solidFill>
              <a:latin typeface="Times New Roman" panose="02020603050405020304" pitchFamily="18" charset="0"/>
              <a:cs typeface="Times New Roman" panose="02020603050405020304" pitchFamily="18" charset="0"/>
            </a:endParaRPr>
          </a:p>
        </p:txBody>
      </p:sp>
      <p:sp>
        <p:nvSpPr>
          <p:cNvPr id="14" name="Espace réservé du texte 3">
            <a:extLst>
              <a:ext uri="{FF2B5EF4-FFF2-40B4-BE49-F238E27FC236}">
                <a16:creationId xmlns:a16="http://schemas.microsoft.com/office/drawing/2014/main" id="{A19397C4-62A5-CF40-B9F5-33629FBFD8F2}"/>
              </a:ext>
            </a:extLst>
          </p:cNvPr>
          <p:cNvSpPr txBox="1">
            <a:spLocks/>
          </p:cNvSpPr>
          <p:nvPr/>
        </p:nvSpPr>
        <p:spPr>
          <a:xfrm>
            <a:off x="3230241" y="5435054"/>
            <a:ext cx="760796" cy="623044"/>
          </a:xfrm>
          <a:prstGeom prst="rect">
            <a:avLst/>
          </a:prstGeom>
        </p:spPr>
        <p:txBody>
          <a:bodyPr/>
          <a:lstStyle>
            <a:lvl1pPr marL="0" indent="0" algn="l" defTabSz="685749" rtl="0" eaLnBrk="1" latinLnBrk="0" hangingPunct="1">
              <a:lnSpc>
                <a:spcPct val="150000"/>
              </a:lnSpc>
              <a:spcBef>
                <a:spcPts val="750"/>
              </a:spcBef>
              <a:buFont typeface="Arial" panose="020B0604020202020204" pitchFamily="34" charset="0"/>
              <a:buNone/>
              <a:defRPr sz="1350" kern="1200">
                <a:solidFill>
                  <a:srgbClr val="702082"/>
                </a:solidFill>
                <a:latin typeface="Nexa Bold" charset="0"/>
                <a:ea typeface="Nexa Bold" charset="0"/>
                <a:cs typeface="Nexa Bold" charset="0"/>
              </a:defRPr>
            </a:lvl1pPr>
            <a:lvl2pPr marL="342875" indent="0" algn="l" defTabSz="685749" rtl="0" eaLnBrk="1" latinLnBrk="0" hangingPunct="1">
              <a:lnSpc>
                <a:spcPct val="80000"/>
              </a:lnSpc>
              <a:spcBef>
                <a:spcPts val="375"/>
              </a:spcBef>
              <a:buFontTx/>
              <a:buNone/>
              <a:defRPr sz="1125" kern="1200">
                <a:solidFill>
                  <a:schemeClr val="tx1"/>
                </a:solidFill>
                <a:latin typeface="Nexa Light" charset="0"/>
                <a:ea typeface="Nexa Light" charset="0"/>
                <a:cs typeface="Nexa Light" charset="0"/>
              </a:defRPr>
            </a:lvl2pPr>
            <a:lvl3pPr marL="857186" indent="-171438" algn="l" defTabSz="685749"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60"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35"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09"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fr-FR" sz="1600" dirty="0">
                <a:solidFill>
                  <a:schemeClr val="tx1"/>
                </a:solidFill>
                <a:latin typeface="Times New Roman" panose="02020603050405020304" pitchFamily="18" charset="0"/>
                <a:cs typeface="Times New Roman" panose="02020603050405020304" pitchFamily="18" charset="0"/>
              </a:rPr>
              <a:t>I. Fit</a:t>
            </a:r>
          </a:p>
        </p:txBody>
      </p:sp>
      <p:sp>
        <p:nvSpPr>
          <p:cNvPr id="11" name="Rectangle 10">
            <a:extLst>
              <a:ext uri="{FF2B5EF4-FFF2-40B4-BE49-F238E27FC236}">
                <a16:creationId xmlns:a16="http://schemas.microsoft.com/office/drawing/2014/main" id="{43095D11-A0BD-AC46-99CD-0FEB180AFD38}"/>
              </a:ext>
            </a:extLst>
          </p:cNvPr>
          <p:cNvSpPr/>
          <p:nvPr/>
        </p:nvSpPr>
        <p:spPr>
          <a:xfrm>
            <a:off x="7219629" y="4475239"/>
            <a:ext cx="1751570" cy="338554"/>
          </a:xfrm>
          <a:prstGeom prst="rect">
            <a:avLst/>
          </a:prstGeom>
        </p:spPr>
        <p:txBody>
          <a:bodyPr wrap="none">
            <a:spAutoFit/>
          </a:bodyPr>
          <a:lstStyle/>
          <a:p>
            <a:pPr algn="just"/>
            <a:r>
              <a:rPr lang="fr-FR" sz="1600" dirty="0">
                <a:latin typeface="Times New Roman" panose="02020603050405020304" pitchFamily="18" charset="0"/>
                <a:cs typeface="Times New Roman" panose="02020603050405020304" pitchFamily="18" charset="0"/>
              </a:rPr>
              <a:t>V. Data Simulation</a:t>
            </a:r>
          </a:p>
        </p:txBody>
      </p:sp>
      <p:sp>
        <p:nvSpPr>
          <p:cNvPr id="17" name="Rectangle 16">
            <a:extLst>
              <a:ext uri="{FF2B5EF4-FFF2-40B4-BE49-F238E27FC236}">
                <a16:creationId xmlns:a16="http://schemas.microsoft.com/office/drawing/2014/main" id="{C859479B-5101-3344-9C18-37F3DF6D4825}"/>
              </a:ext>
            </a:extLst>
          </p:cNvPr>
          <p:cNvSpPr/>
          <p:nvPr/>
        </p:nvSpPr>
        <p:spPr>
          <a:xfrm>
            <a:off x="2770377" y="2134936"/>
            <a:ext cx="1374094" cy="338554"/>
          </a:xfrm>
          <a:prstGeom prst="rect">
            <a:avLst/>
          </a:prstGeom>
        </p:spPr>
        <p:txBody>
          <a:bodyPr wrap="none">
            <a:spAutoFit/>
          </a:bodyPr>
          <a:lstStyle/>
          <a:p>
            <a:r>
              <a:rPr lang="fr-FR" sz="1600" dirty="0">
                <a:latin typeface="Times New Roman" panose="02020603050405020304" pitchFamily="18" charset="0"/>
                <a:cs typeface="Times New Roman" panose="02020603050405020304" pitchFamily="18" charset="0"/>
              </a:rPr>
              <a:t>II. </a:t>
            </a:r>
            <a:r>
              <a:rPr lang="fr-FR" sz="1600" dirty="0" err="1">
                <a:latin typeface="Times New Roman" panose="02020603050405020304" pitchFamily="18" charset="0"/>
                <a:cs typeface="Times New Roman" panose="02020603050405020304" pitchFamily="18" charset="0"/>
              </a:rPr>
              <a:t>Personalize</a:t>
            </a:r>
            <a:endParaRPr lang="fr-FR" sz="1600" dirty="0">
              <a:latin typeface="Times New Roman" panose="02020603050405020304" pitchFamily="18" charset="0"/>
              <a:cs typeface="Times New Roman" panose="02020603050405020304" pitchFamily="18" charset="0"/>
            </a:endParaRPr>
          </a:p>
        </p:txBody>
      </p:sp>
      <p:sp>
        <p:nvSpPr>
          <p:cNvPr id="19" name="Espace réservé du texte 3">
            <a:extLst>
              <a:ext uri="{FF2B5EF4-FFF2-40B4-BE49-F238E27FC236}">
                <a16:creationId xmlns:a16="http://schemas.microsoft.com/office/drawing/2014/main" id="{A543108E-2C82-4443-B744-B4E928FE12BB}"/>
              </a:ext>
            </a:extLst>
          </p:cNvPr>
          <p:cNvSpPr txBox="1">
            <a:spLocks/>
          </p:cNvSpPr>
          <p:nvPr/>
        </p:nvSpPr>
        <p:spPr>
          <a:xfrm>
            <a:off x="5686650" y="2356704"/>
            <a:ext cx="1903615" cy="299261"/>
          </a:xfrm>
          <a:prstGeom prst="rect">
            <a:avLst/>
          </a:prstGeom>
        </p:spPr>
        <p:txBody>
          <a:bodyPr/>
          <a:lstStyle>
            <a:lvl1pPr marL="0" indent="0" algn="l" defTabSz="685749" rtl="0" eaLnBrk="1" latinLnBrk="0" hangingPunct="1">
              <a:lnSpc>
                <a:spcPct val="150000"/>
              </a:lnSpc>
              <a:spcBef>
                <a:spcPts val="750"/>
              </a:spcBef>
              <a:buFont typeface="Arial" panose="020B0604020202020204" pitchFamily="34" charset="0"/>
              <a:buNone/>
              <a:defRPr sz="1350" kern="1200">
                <a:solidFill>
                  <a:srgbClr val="702082"/>
                </a:solidFill>
                <a:latin typeface="Nexa Bold" charset="0"/>
                <a:ea typeface="Nexa Bold" charset="0"/>
                <a:cs typeface="Nexa Bold" charset="0"/>
              </a:defRPr>
            </a:lvl1pPr>
            <a:lvl2pPr marL="342875" indent="0" algn="l" defTabSz="685749" rtl="0" eaLnBrk="1" latinLnBrk="0" hangingPunct="1">
              <a:lnSpc>
                <a:spcPct val="80000"/>
              </a:lnSpc>
              <a:spcBef>
                <a:spcPts val="375"/>
              </a:spcBef>
              <a:buFontTx/>
              <a:buNone/>
              <a:defRPr sz="1125" kern="1200">
                <a:solidFill>
                  <a:schemeClr val="tx1"/>
                </a:solidFill>
                <a:latin typeface="Nexa Light" charset="0"/>
                <a:ea typeface="Nexa Light" charset="0"/>
                <a:cs typeface="Nexa Light" charset="0"/>
              </a:defRPr>
            </a:lvl2pPr>
            <a:lvl3pPr marL="857186" indent="-171438" algn="l" defTabSz="685749"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60"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35"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09"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684"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558"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433" indent="-171438" algn="l" defTabSz="685749"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lnSpc>
                <a:spcPct val="100000"/>
              </a:lnSpc>
            </a:pPr>
            <a:r>
              <a:rPr lang="fr-FR" sz="1600" dirty="0">
                <a:solidFill>
                  <a:schemeClr val="tx1"/>
                </a:solidFill>
                <a:latin typeface="Times New Roman" panose="02020603050405020304" pitchFamily="18" charset="0"/>
                <a:cs typeface="Times New Roman" panose="02020603050405020304" pitchFamily="18" charset="0"/>
              </a:rPr>
              <a:t>III. Impute &amp; </a:t>
            </a:r>
            <a:r>
              <a:rPr lang="fr-FR" sz="1600" dirty="0" err="1">
                <a:solidFill>
                  <a:schemeClr val="tx1"/>
                </a:solidFill>
                <a:latin typeface="Times New Roman" panose="02020603050405020304" pitchFamily="18" charset="0"/>
                <a:cs typeface="Times New Roman" panose="02020603050405020304" pitchFamily="18" charset="0"/>
              </a:rPr>
              <a:t>Predict</a:t>
            </a:r>
            <a:endParaRPr lang="fr-FR" sz="1600" dirty="0">
              <a:solidFill>
                <a:schemeClr val="tx1"/>
              </a:solidFill>
              <a:latin typeface="Times New Roman" panose="02020603050405020304" pitchFamily="18" charset="0"/>
              <a:cs typeface="Times New Roman" panose="02020603050405020304" pitchFamily="18" charset="0"/>
            </a:endParaRPr>
          </a:p>
        </p:txBody>
      </p:sp>
      <p:pic>
        <p:nvPicPr>
          <p:cNvPr id="2052" name="Picture 4" descr="icône engrenage définition symbole logo modèle : image vectorielle de stock  (libre de droits) 1677229720">
            <a:extLst>
              <a:ext uri="{FF2B5EF4-FFF2-40B4-BE49-F238E27FC236}">
                <a16:creationId xmlns:a16="http://schemas.microsoft.com/office/drawing/2014/main" id="{45C6FEC0-0DBE-6F45-AE27-B3A968C02C7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328" t="29384" r="29037" b="35532"/>
          <a:stretch/>
        </p:blipFill>
        <p:spPr bwMode="auto">
          <a:xfrm>
            <a:off x="3998456" y="4811040"/>
            <a:ext cx="892173" cy="80961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Growing Graph Line Icon, Business Chart Outline Vector Logo Stock Vector -  Illustration of outline, report: 95306517">
            <a:extLst>
              <a:ext uri="{FF2B5EF4-FFF2-40B4-BE49-F238E27FC236}">
                <a16:creationId xmlns:a16="http://schemas.microsoft.com/office/drawing/2014/main" id="{FEC0A6E4-8FC5-BC4C-95D8-6866C4E290F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3336" t="20828" r="21128" b="18949"/>
          <a:stretch/>
        </p:blipFill>
        <p:spPr bwMode="auto">
          <a:xfrm>
            <a:off x="8376056" y="3302657"/>
            <a:ext cx="902259" cy="978388"/>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Amazon Database Logo PNG Transparent &amp;amp; SVG Vector - Freebie Supply">
            <a:extLst>
              <a:ext uri="{FF2B5EF4-FFF2-40B4-BE49-F238E27FC236}">
                <a16:creationId xmlns:a16="http://schemas.microsoft.com/office/drawing/2014/main" id="{082846C3-3E9B-CB4F-BC06-708137EF81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0278" y="4640714"/>
            <a:ext cx="1105863" cy="110586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8" descr="Amazon Database Logo PNG Transparent &amp;amp; SVG Vector - Freebie Supply">
            <a:extLst>
              <a:ext uri="{FF2B5EF4-FFF2-40B4-BE49-F238E27FC236}">
                <a16:creationId xmlns:a16="http://schemas.microsoft.com/office/drawing/2014/main" id="{429F0A97-C623-4F4B-BC82-FD5162A4E1E3}"/>
              </a:ext>
            </a:extLst>
          </p:cNvPr>
          <p:cNvPicPr>
            <a:picLocks noChangeAspect="1" noChangeArrowheads="1"/>
          </p:cNvPicPr>
          <p:nvPr/>
        </p:nvPicPr>
        <p:blipFill>
          <a:blip r:embed="rId5">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8453344" y="4916987"/>
            <a:ext cx="809619" cy="809619"/>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8" descr="Amazon Database Logo PNG Transparent &amp;amp; SVG Vector - Freebie Supply">
            <a:extLst>
              <a:ext uri="{FF2B5EF4-FFF2-40B4-BE49-F238E27FC236}">
                <a16:creationId xmlns:a16="http://schemas.microsoft.com/office/drawing/2014/main" id="{28A7ADCF-3FF9-6C49-9341-FA013C7FD316}"/>
              </a:ext>
            </a:extLst>
          </p:cNvPr>
          <p:cNvPicPr>
            <a:picLocks noChangeAspect="1" noChangeArrowheads="1"/>
          </p:cNvPicPr>
          <p:nvPr/>
        </p:nvPicPr>
        <p:blipFill>
          <a:blip r:embed="rId5">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auto">
          <a:xfrm>
            <a:off x="2036271" y="2679539"/>
            <a:ext cx="809619" cy="809619"/>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8" descr="Amazon Database Logo PNG Transparent &amp;amp; SVG Vector - Freebie Supply">
            <a:extLst>
              <a:ext uri="{FF2B5EF4-FFF2-40B4-BE49-F238E27FC236}">
                <a16:creationId xmlns:a16="http://schemas.microsoft.com/office/drawing/2014/main" id="{B2841FD1-A5B0-E54D-8E5E-DB219B8194DA}"/>
              </a:ext>
            </a:extLst>
          </p:cNvPr>
          <p:cNvPicPr>
            <a:picLocks noChangeAspect="1" noChangeArrowheads="1"/>
          </p:cNvPicPr>
          <p:nvPr/>
        </p:nvPicPr>
        <p:blipFill>
          <a:blip r:embed="rId5">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8410421" y="1610675"/>
            <a:ext cx="809619" cy="809619"/>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8" descr="Amazon Database Logo PNG Transparent &amp;amp; SVG Vector - Freebie Supply">
            <a:extLst>
              <a:ext uri="{FF2B5EF4-FFF2-40B4-BE49-F238E27FC236}">
                <a16:creationId xmlns:a16="http://schemas.microsoft.com/office/drawing/2014/main" id="{D70FC9CF-B8FE-104B-A72D-B6D269CF8E28}"/>
              </a:ext>
            </a:extLst>
          </p:cNvPr>
          <p:cNvPicPr>
            <a:picLocks noChangeAspect="1" noChangeArrowheads="1"/>
          </p:cNvPicPr>
          <p:nvPr/>
        </p:nvPicPr>
        <p:blipFill>
          <a:blip r:embed="rId5">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bwMode="auto">
          <a:xfrm>
            <a:off x="4121623" y="2692380"/>
            <a:ext cx="809619" cy="809619"/>
          </a:xfrm>
          <a:prstGeom prst="rect">
            <a:avLst/>
          </a:prstGeom>
          <a:noFill/>
          <a:extLst>
            <a:ext uri="{909E8E84-426E-40DD-AFC4-6F175D3DCCD1}">
              <a14:hiddenFill xmlns:a14="http://schemas.microsoft.com/office/drawing/2010/main">
                <a:solidFill>
                  <a:srgbClr val="FFFFFF"/>
                </a:solidFill>
              </a14:hiddenFill>
            </a:ext>
          </a:extLst>
        </p:spPr>
      </p:pic>
      <p:sp>
        <p:nvSpPr>
          <p:cNvPr id="42" name="Rectangle 41">
            <a:extLst>
              <a:ext uri="{FF2B5EF4-FFF2-40B4-BE49-F238E27FC236}">
                <a16:creationId xmlns:a16="http://schemas.microsoft.com/office/drawing/2014/main" id="{C3201239-68FC-5C4D-8E1A-5CC430889DA5}"/>
              </a:ext>
            </a:extLst>
          </p:cNvPr>
          <p:cNvSpPr/>
          <p:nvPr/>
        </p:nvSpPr>
        <p:spPr>
          <a:xfrm>
            <a:off x="4061760" y="3479846"/>
            <a:ext cx="895373" cy="461665"/>
          </a:xfrm>
          <a:prstGeom prst="rect">
            <a:avLst/>
          </a:prstGeom>
        </p:spPr>
        <p:txBody>
          <a:bodyPr wrap="none">
            <a:spAutoFit/>
          </a:bodyPr>
          <a:lstStyle/>
          <a:p>
            <a:pPr algn="ctr"/>
            <a:r>
              <a:rPr lang="fr-FR" sz="1200" i="1" dirty="0" err="1">
                <a:latin typeface="+mj-lt"/>
              </a:rPr>
              <a:t>Individual</a:t>
            </a:r>
            <a:r>
              <a:rPr lang="fr-FR" sz="1200" i="1" dirty="0">
                <a:latin typeface="+mj-lt"/>
              </a:rPr>
              <a:t> </a:t>
            </a:r>
          </a:p>
          <a:p>
            <a:pPr algn="ctr"/>
            <a:r>
              <a:rPr lang="fr-FR" sz="1200" i="1" dirty="0" err="1">
                <a:latin typeface="+mj-lt"/>
              </a:rPr>
              <a:t>parameters</a:t>
            </a:r>
            <a:endParaRPr lang="fr-FR" sz="1200" i="1" dirty="0">
              <a:latin typeface="+mj-lt"/>
            </a:endParaRPr>
          </a:p>
        </p:txBody>
      </p:sp>
      <p:sp>
        <p:nvSpPr>
          <p:cNvPr id="43" name="Rectangle 42">
            <a:extLst>
              <a:ext uri="{FF2B5EF4-FFF2-40B4-BE49-F238E27FC236}">
                <a16:creationId xmlns:a16="http://schemas.microsoft.com/office/drawing/2014/main" id="{C0B3301F-8BF6-A648-AFD4-EC2057ECBA0D}"/>
              </a:ext>
            </a:extLst>
          </p:cNvPr>
          <p:cNvSpPr/>
          <p:nvPr/>
        </p:nvSpPr>
        <p:spPr>
          <a:xfrm>
            <a:off x="8274442" y="2419427"/>
            <a:ext cx="1081578" cy="276999"/>
          </a:xfrm>
          <a:prstGeom prst="rect">
            <a:avLst/>
          </a:prstGeom>
        </p:spPr>
        <p:txBody>
          <a:bodyPr wrap="none">
            <a:spAutoFit/>
          </a:bodyPr>
          <a:lstStyle/>
          <a:p>
            <a:pPr algn="ctr"/>
            <a:r>
              <a:rPr lang="fr-FR" sz="1200" i="1" dirty="0" err="1">
                <a:latin typeface="+mj-lt"/>
              </a:rPr>
              <a:t>Predicted</a:t>
            </a:r>
            <a:r>
              <a:rPr lang="fr-FR" sz="1200" i="1" dirty="0">
                <a:latin typeface="+mj-lt"/>
              </a:rPr>
              <a:t> data</a:t>
            </a:r>
          </a:p>
        </p:txBody>
      </p:sp>
      <p:sp>
        <p:nvSpPr>
          <p:cNvPr id="26" name="Rectangle 25">
            <a:extLst>
              <a:ext uri="{FF2B5EF4-FFF2-40B4-BE49-F238E27FC236}">
                <a16:creationId xmlns:a16="http://schemas.microsoft.com/office/drawing/2014/main" id="{2FDEFB80-99BE-F54F-B999-CE4BBE3E2A3B}"/>
              </a:ext>
            </a:extLst>
          </p:cNvPr>
          <p:cNvSpPr/>
          <p:nvPr/>
        </p:nvSpPr>
        <p:spPr>
          <a:xfrm>
            <a:off x="8351720" y="5727946"/>
            <a:ext cx="1118318" cy="276999"/>
          </a:xfrm>
          <a:prstGeom prst="rect">
            <a:avLst/>
          </a:prstGeom>
        </p:spPr>
        <p:txBody>
          <a:bodyPr wrap="none">
            <a:spAutoFit/>
          </a:bodyPr>
          <a:lstStyle/>
          <a:p>
            <a:pPr algn="ctr"/>
            <a:r>
              <a:rPr lang="fr-FR" sz="1200" i="1" dirty="0" err="1">
                <a:latin typeface="+mj-lt"/>
              </a:rPr>
              <a:t>Simulated</a:t>
            </a:r>
            <a:r>
              <a:rPr lang="fr-FR" sz="1200" i="1" dirty="0">
                <a:latin typeface="+mj-lt"/>
              </a:rPr>
              <a:t> data</a:t>
            </a:r>
          </a:p>
        </p:txBody>
      </p:sp>
      <p:sp>
        <p:nvSpPr>
          <p:cNvPr id="27" name="Rectangle 26">
            <a:extLst>
              <a:ext uri="{FF2B5EF4-FFF2-40B4-BE49-F238E27FC236}">
                <a16:creationId xmlns:a16="http://schemas.microsoft.com/office/drawing/2014/main" id="{F32D032D-260B-3A4A-9AE5-9DE803860954}"/>
              </a:ext>
            </a:extLst>
          </p:cNvPr>
          <p:cNvSpPr/>
          <p:nvPr/>
        </p:nvSpPr>
        <p:spPr>
          <a:xfrm>
            <a:off x="2008505" y="5793031"/>
            <a:ext cx="811761" cy="276999"/>
          </a:xfrm>
          <a:prstGeom prst="rect">
            <a:avLst/>
          </a:prstGeom>
        </p:spPr>
        <p:txBody>
          <a:bodyPr wrap="none">
            <a:spAutoFit/>
          </a:bodyPr>
          <a:lstStyle/>
          <a:p>
            <a:pPr algn="ctr"/>
            <a:r>
              <a:rPr lang="fr-FR" sz="1200" i="1" dirty="0">
                <a:latin typeface="+mj-lt"/>
              </a:rPr>
              <a:t>Train data</a:t>
            </a:r>
          </a:p>
        </p:txBody>
      </p:sp>
      <p:sp>
        <p:nvSpPr>
          <p:cNvPr id="28" name="Rectangle 27">
            <a:extLst>
              <a:ext uri="{FF2B5EF4-FFF2-40B4-BE49-F238E27FC236}">
                <a16:creationId xmlns:a16="http://schemas.microsoft.com/office/drawing/2014/main" id="{298EEB00-868A-E04F-95AA-557673750673}"/>
              </a:ext>
            </a:extLst>
          </p:cNvPr>
          <p:cNvSpPr/>
          <p:nvPr/>
        </p:nvSpPr>
        <p:spPr>
          <a:xfrm>
            <a:off x="2050542" y="3499907"/>
            <a:ext cx="745332" cy="276999"/>
          </a:xfrm>
          <a:prstGeom prst="rect">
            <a:avLst/>
          </a:prstGeom>
        </p:spPr>
        <p:txBody>
          <a:bodyPr wrap="none">
            <a:spAutoFit/>
          </a:bodyPr>
          <a:lstStyle/>
          <a:p>
            <a:pPr algn="ctr"/>
            <a:r>
              <a:rPr lang="fr-FR" sz="1200" i="1" dirty="0">
                <a:latin typeface="+mj-lt"/>
              </a:rPr>
              <a:t>Test data</a:t>
            </a:r>
          </a:p>
        </p:txBody>
      </p:sp>
      <p:sp>
        <p:nvSpPr>
          <p:cNvPr id="29" name="Rectangle 28">
            <a:extLst>
              <a:ext uri="{FF2B5EF4-FFF2-40B4-BE49-F238E27FC236}">
                <a16:creationId xmlns:a16="http://schemas.microsoft.com/office/drawing/2014/main" id="{3E081745-8C2D-A249-9B28-8643B5E90E19}"/>
              </a:ext>
            </a:extLst>
          </p:cNvPr>
          <p:cNvSpPr/>
          <p:nvPr/>
        </p:nvSpPr>
        <p:spPr>
          <a:xfrm>
            <a:off x="3951599" y="5571143"/>
            <a:ext cx="1022268" cy="276999"/>
          </a:xfrm>
          <a:prstGeom prst="rect">
            <a:avLst/>
          </a:prstGeom>
        </p:spPr>
        <p:txBody>
          <a:bodyPr wrap="none">
            <a:spAutoFit/>
          </a:bodyPr>
          <a:lstStyle/>
          <a:p>
            <a:pPr algn="ctr"/>
            <a:r>
              <a:rPr lang="fr-FR" sz="1200" i="1" dirty="0" err="1">
                <a:latin typeface="+mj-lt"/>
              </a:rPr>
              <a:t>Leaspy</a:t>
            </a:r>
            <a:r>
              <a:rPr lang="fr-FR" sz="1200" i="1" dirty="0">
                <a:latin typeface="+mj-lt"/>
              </a:rPr>
              <a:t> model</a:t>
            </a:r>
          </a:p>
        </p:txBody>
      </p:sp>
      <p:pic>
        <p:nvPicPr>
          <p:cNvPr id="1026" name="Picture 2" descr="Plus Minus Logo Images, Stock Photos &amp;amp; Vectors | Shutterstock">
            <a:extLst>
              <a:ext uri="{FF2B5EF4-FFF2-40B4-BE49-F238E27FC236}">
                <a16:creationId xmlns:a16="http://schemas.microsoft.com/office/drawing/2014/main" id="{BBF9956B-2EA2-C34C-B77E-C25C6C78671E}"/>
              </a:ext>
            </a:extLst>
          </p:cNvPr>
          <p:cNvPicPr>
            <a:picLocks noChangeAspect="1" noChangeArrowheads="1"/>
          </p:cNvPicPr>
          <p:nvPr/>
        </p:nvPicPr>
        <p:blipFill rotWithShape="1">
          <a:blip r:embed="rId6">
            <a:duotone>
              <a:schemeClr val="accent5">
                <a:shade val="45000"/>
                <a:satMod val="135000"/>
              </a:schemeClr>
              <a:prstClr val="white"/>
            </a:duotone>
            <a:extLst>
              <a:ext uri="{28A0092B-C50C-407E-A947-70E740481C1C}">
                <a14:useLocalDpi xmlns:a14="http://schemas.microsoft.com/office/drawing/2010/main" val="0"/>
              </a:ext>
            </a:extLst>
          </a:blip>
          <a:srcRect l="10047" t="19239" r="55129" b="28418"/>
          <a:stretch/>
        </p:blipFill>
        <p:spPr bwMode="auto">
          <a:xfrm>
            <a:off x="5950389" y="3803709"/>
            <a:ext cx="487379" cy="505217"/>
          </a:xfrm>
          <a:prstGeom prst="rect">
            <a:avLst/>
          </a:prstGeom>
          <a:noFill/>
          <a:extLst>
            <a:ext uri="{909E8E84-426E-40DD-AFC4-6F175D3DCCD1}">
              <a14:hiddenFill xmlns:a14="http://schemas.microsoft.com/office/drawing/2010/main">
                <a:solidFill>
                  <a:srgbClr val="FFFFFF"/>
                </a:solidFill>
              </a14:hiddenFill>
            </a:ext>
          </a:extLst>
        </p:spPr>
      </p:pic>
      <p:cxnSp>
        <p:nvCxnSpPr>
          <p:cNvPr id="6" name="Connecteur droit avec flèche 5">
            <a:extLst>
              <a:ext uri="{FF2B5EF4-FFF2-40B4-BE49-F238E27FC236}">
                <a16:creationId xmlns:a16="http://schemas.microsoft.com/office/drawing/2014/main" id="{85466F98-93D0-B143-A053-F4A42F33587E}"/>
              </a:ext>
            </a:extLst>
          </p:cNvPr>
          <p:cNvCxnSpPr/>
          <p:nvPr/>
        </p:nvCxnSpPr>
        <p:spPr>
          <a:xfrm>
            <a:off x="2976140" y="3097189"/>
            <a:ext cx="975459"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6" name="Connecteur droit avec flèche 35">
            <a:extLst>
              <a:ext uri="{FF2B5EF4-FFF2-40B4-BE49-F238E27FC236}">
                <a16:creationId xmlns:a16="http://schemas.microsoft.com/office/drawing/2014/main" id="{E0527550-E9F0-E748-A618-8B61049F3789}"/>
              </a:ext>
            </a:extLst>
          </p:cNvPr>
          <p:cNvCxnSpPr/>
          <p:nvPr/>
        </p:nvCxnSpPr>
        <p:spPr>
          <a:xfrm>
            <a:off x="2944584" y="5245616"/>
            <a:ext cx="975459"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0" name="Connecteur droit avec flèche 39">
            <a:extLst>
              <a:ext uri="{FF2B5EF4-FFF2-40B4-BE49-F238E27FC236}">
                <a16:creationId xmlns:a16="http://schemas.microsoft.com/office/drawing/2014/main" id="{7BAAEC85-516C-C940-9EFF-322D364A0EAC}"/>
              </a:ext>
            </a:extLst>
          </p:cNvPr>
          <p:cNvCxnSpPr>
            <a:cxnSpLocks/>
          </p:cNvCxnSpPr>
          <p:nvPr/>
        </p:nvCxnSpPr>
        <p:spPr>
          <a:xfrm>
            <a:off x="4979249" y="3097853"/>
            <a:ext cx="971143" cy="821411"/>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1" name="Connecteur droit avec flèche 40">
            <a:extLst>
              <a:ext uri="{FF2B5EF4-FFF2-40B4-BE49-F238E27FC236}">
                <a16:creationId xmlns:a16="http://schemas.microsoft.com/office/drawing/2014/main" id="{B83EDA9B-9EB9-E140-B906-C4E3E5ECD14E}"/>
              </a:ext>
            </a:extLst>
          </p:cNvPr>
          <p:cNvCxnSpPr>
            <a:cxnSpLocks/>
          </p:cNvCxnSpPr>
          <p:nvPr/>
        </p:nvCxnSpPr>
        <p:spPr>
          <a:xfrm flipV="1">
            <a:off x="4973867" y="4206190"/>
            <a:ext cx="976524" cy="88443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5" name="Connecteur droit avec flèche 44">
            <a:extLst>
              <a:ext uri="{FF2B5EF4-FFF2-40B4-BE49-F238E27FC236}">
                <a16:creationId xmlns:a16="http://schemas.microsoft.com/office/drawing/2014/main" id="{CC6566BB-7D46-954A-B4F2-7832AA9404EB}"/>
              </a:ext>
            </a:extLst>
          </p:cNvPr>
          <p:cNvCxnSpPr>
            <a:cxnSpLocks/>
          </p:cNvCxnSpPr>
          <p:nvPr/>
        </p:nvCxnSpPr>
        <p:spPr>
          <a:xfrm>
            <a:off x="6477116" y="4056316"/>
            <a:ext cx="179732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6" name="Connecteur droit avec flèche 45">
            <a:extLst>
              <a:ext uri="{FF2B5EF4-FFF2-40B4-BE49-F238E27FC236}">
                <a16:creationId xmlns:a16="http://schemas.microsoft.com/office/drawing/2014/main" id="{7E782285-5170-E241-BCCD-2D641C27356B}"/>
              </a:ext>
            </a:extLst>
          </p:cNvPr>
          <p:cNvCxnSpPr>
            <a:cxnSpLocks/>
          </p:cNvCxnSpPr>
          <p:nvPr/>
        </p:nvCxnSpPr>
        <p:spPr>
          <a:xfrm flipV="1">
            <a:off x="6437768" y="2219590"/>
            <a:ext cx="1786659" cy="165747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7" name="Connecteur droit avec flèche 46">
            <a:extLst>
              <a:ext uri="{FF2B5EF4-FFF2-40B4-BE49-F238E27FC236}">
                <a16:creationId xmlns:a16="http://schemas.microsoft.com/office/drawing/2014/main" id="{A5E7468D-8E63-7744-8EDA-00D7D0790BE8}"/>
              </a:ext>
            </a:extLst>
          </p:cNvPr>
          <p:cNvCxnSpPr>
            <a:cxnSpLocks/>
          </p:cNvCxnSpPr>
          <p:nvPr/>
        </p:nvCxnSpPr>
        <p:spPr>
          <a:xfrm>
            <a:off x="6386281" y="4281045"/>
            <a:ext cx="1888161" cy="115400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9" name="Connecteur droit avec flèche 48">
            <a:extLst>
              <a:ext uri="{FF2B5EF4-FFF2-40B4-BE49-F238E27FC236}">
                <a16:creationId xmlns:a16="http://schemas.microsoft.com/office/drawing/2014/main" id="{4265ECD2-D0D7-494E-AAD7-56F529A22702}"/>
              </a:ext>
            </a:extLst>
          </p:cNvPr>
          <p:cNvCxnSpPr>
            <a:cxnSpLocks/>
            <a:stCxn id="2052" idx="0"/>
          </p:cNvCxnSpPr>
          <p:nvPr/>
        </p:nvCxnSpPr>
        <p:spPr>
          <a:xfrm flipV="1">
            <a:off x="4444543" y="4056317"/>
            <a:ext cx="0" cy="75472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9857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5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
                                            <p:txEl>
                                              <p:pRg st="0" end="0"/>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05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14" grpId="0"/>
      <p:bldP spid="11" grpId="0"/>
      <p:bldP spid="17" grpId="0"/>
      <p:bldP spid="19" grpId="0"/>
      <p:bldP spid="42" grpId="0"/>
      <p:bldP spid="43" grpId="0"/>
      <p:bldP spid="26" grpId="0"/>
      <p:bldP spid="2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38060A23-3C6D-0447-8783-27DFAF93FA46}"/>
              </a:ext>
            </a:extLst>
          </p:cNvPr>
          <p:cNvSpPr>
            <a:spLocks noGrp="1"/>
          </p:cNvSpPr>
          <p:nvPr>
            <p:ph type="body" sz="quarter" idx="13"/>
          </p:nvPr>
        </p:nvSpPr>
        <p:spPr>
          <a:xfrm>
            <a:off x="535249" y="711434"/>
            <a:ext cx="10753435" cy="806335"/>
          </a:xfrm>
        </p:spPr>
        <p:txBody>
          <a:bodyPr/>
          <a:lstStyle/>
          <a:p>
            <a:r>
              <a:rPr lang="fr-FR" sz="2800" b="1" dirty="0" err="1">
                <a:solidFill>
                  <a:schemeClr val="accent1"/>
                </a:solidFill>
                <a:latin typeface="Times New Roman" panose="02020603050405020304" pitchFamily="18" charset="0"/>
                <a:cs typeface="Times New Roman" panose="02020603050405020304" pitchFamily="18" charset="0"/>
              </a:rPr>
              <a:t>Leaspy</a:t>
            </a:r>
            <a:r>
              <a:rPr lang="fr-FR" sz="2800" b="1" dirty="0">
                <a:solidFill>
                  <a:schemeClr val="accent1"/>
                </a:solidFill>
                <a:latin typeface="Times New Roman" panose="02020603050405020304" pitchFamily="18" charset="0"/>
                <a:cs typeface="Times New Roman" panose="02020603050405020304" pitchFamily="18" charset="0"/>
              </a:rPr>
              <a:t> model </a:t>
            </a:r>
            <a:r>
              <a:rPr lang="fr-FR" sz="2800" b="1" dirty="0" err="1">
                <a:solidFill>
                  <a:schemeClr val="accent1"/>
                </a:solidFill>
                <a:latin typeface="Times New Roman" panose="02020603050405020304" pitchFamily="18" charset="0"/>
                <a:cs typeface="Times New Roman" panose="02020603050405020304" pitchFamily="18" charset="0"/>
              </a:rPr>
              <a:t>can</a:t>
            </a:r>
            <a:r>
              <a:rPr lang="fr-FR" sz="2800" b="1" dirty="0">
                <a:solidFill>
                  <a:schemeClr val="accent1"/>
                </a:solidFill>
                <a:latin typeface="Times New Roman" panose="02020603050405020304" pitchFamily="18" charset="0"/>
                <a:cs typeface="Times New Roman" panose="02020603050405020304" pitchFamily="18" charset="0"/>
              </a:rPr>
              <a:t> </a:t>
            </a:r>
            <a:r>
              <a:rPr lang="fr-FR" sz="2800" b="1" dirty="0" err="1">
                <a:solidFill>
                  <a:schemeClr val="accent1"/>
                </a:solidFill>
                <a:latin typeface="Times New Roman" panose="02020603050405020304" pitchFamily="18" charset="0"/>
                <a:cs typeface="Times New Roman" panose="02020603050405020304" pitchFamily="18" charset="0"/>
              </a:rPr>
              <a:t>be</a:t>
            </a:r>
            <a:r>
              <a:rPr lang="fr-FR" sz="2800" b="1" dirty="0">
                <a:solidFill>
                  <a:schemeClr val="accent1"/>
                </a:solidFill>
                <a:latin typeface="Times New Roman" panose="02020603050405020304" pitchFamily="18" charset="0"/>
                <a:cs typeface="Times New Roman" panose="02020603050405020304" pitchFamily="18" charset="0"/>
              </a:rPr>
              <a:t> an </a:t>
            </a:r>
            <a:r>
              <a:rPr lang="fr-FR" sz="2800" b="1" dirty="0" err="1">
                <a:solidFill>
                  <a:schemeClr val="accent1"/>
                </a:solidFill>
                <a:latin typeface="Times New Roman" panose="02020603050405020304" pitchFamily="18" charset="0"/>
                <a:cs typeface="Times New Roman" panose="02020603050405020304" pitchFamily="18" charset="0"/>
              </a:rPr>
              <a:t>helpful</a:t>
            </a:r>
            <a:r>
              <a:rPr lang="fr-FR" sz="2800" b="1" dirty="0">
                <a:solidFill>
                  <a:schemeClr val="accent1"/>
                </a:solidFill>
                <a:latin typeface="Times New Roman" panose="02020603050405020304" pitchFamily="18" charset="0"/>
                <a:cs typeface="Times New Roman" panose="02020603050405020304" pitchFamily="18" charset="0"/>
              </a:rPr>
              <a:t> </a:t>
            </a:r>
            <a:r>
              <a:rPr lang="fr-FR" sz="2800" b="1" dirty="0" err="1">
                <a:solidFill>
                  <a:schemeClr val="accent1"/>
                </a:solidFill>
                <a:latin typeface="Times New Roman" panose="02020603050405020304" pitchFamily="18" charset="0"/>
                <a:cs typeface="Times New Roman" panose="02020603050405020304" pitchFamily="18" charset="0"/>
              </a:rPr>
              <a:t>tool</a:t>
            </a:r>
            <a:r>
              <a:rPr lang="fr-FR" sz="2800" b="1" dirty="0">
                <a:solidFill>
                  <a:schemeClr val="accent1"/>
                </a:solidFill>
                <a:latin typeface="Times New Roman" panose="02020603050405020304" pitchFamily="18" charset="0"/>
                <a:cs typeface="Times New Roman" panose="02020603050405020304" pitchFamily="18" charset="0"/>
              </a:rPr>
              <a:t> to </a:t>
            </a:r>
          </a:p>
        </p:txBody>
      </p:sp>
      <p:pic>
        <p:nvPicPr>
          <p:cNvPr id="10" name="Image 9">
            <a:extLst>
              <a:ext uri="{FF2B5EF4-FFF2-40B4-BE49-F238E27FC236}">
                <a16:creationId xmlns:a16="http://schemas.microsoft.com/office/drawing/2014/main" id="{E9C6C3C1-D7C4-A240-9D09-55DAF7608E2E}"/>
              </a:ext>
            </a:extLst>
          </p:cNvPr>
          <p:cNvPicPr>
            <a:picLocks noChangeAspect="1"/>
          </p:cNvPicPr>
          <p:nvPr/>
        </p:nvPicPr>
        <p:blipFill>
          <a:blip r:embed="rId2"/>
          <a:stretch>
            <a:fillRect/>
          </a:stretch>
        </p:blipFill>
        <p:spPr>
          <a:xfrm>
            <a:off x="6563498" y="1410170"/>
            <a:ext cx="4558535" cy="1844017"/>
          </a:xfrm>
          <a:prstGeom prst="rect">
            <a:avLst/>
          </a:prstGeom>
        </p:spPr>
      </p:pic>
      <p:pic>
        <p:nvPicPr>
          <p:cNvPr id="12" name="Image 11">
            <a:extLst>
              <a:ext uri="{FF2B5EF4-FFF2-40B4-BE49-F238E27FC236}">
                <a16:creationId xmlns:a16="http://schemas.microsoft.com/office/drawing/2014/main" id="{8697D98D-65F6-594A-AE64-41E115973154}"/>
              </a:ext>
            </a:extLst>
          </p:cNvPr>
          <p:cNvPicPr>
            <a:picLocks noChangeAspect="1"/>
          </p:cNvPicPr>
          <p:nvPr/>
        </p:nvPicPr>
        <p:blipFill>
          <a:blip r:embed="rId3"/>
          <a:stretch>
            <a:fillRect/>
          </a:stretch>
        </p:blipFill>
        <p:spPr>
          <a:xfrm>
            <a:off x="1644654" y="3785611"/>
            <a:ext cx="2085343" cy="2139829"/>
          </a:xfrm>
          <a:prstGeom prst="rect">
            <a:avLst/>
          </a:prstGeom>
        </p:spPr>
      </p:pic>
      <p:sp>
        <p:nvSpPr>
          <p:cNvPr id="16" name="ZoneTexte 15">
            <a:extLst>
              <a:ext uri="{FF2B5EF4-FFF2-40B4-BE49-F238E27FC236}">
                <a16:creationId xmlns:a16="http://schemas.microsoft.com/office/drawing/2014/main" id="{8FB3EEFC-8947-7A49-BB10-E9EEAB3E0519}"/>
              </a:ext>
            </a:extLst>
          </p:cNvPr>
          <p:cNvSpPr txBox="1"/>
          <p:nvPr/>
        </p:nvSpPr>
        <p:spPr>
          <a:xfrm>
            <a:off x="6742429" y="3351627"/>
            <a:ext cx="4200673" cy="369332"/>
          </a:xfrm>
          <a:prstGeom prst="rect">
            <a:avLst/>
          </a:prstGeom>
          <a:noFill/>
        </p:spPr>
        <p:txBody>
          <a:bodyPr wrap="square" rtlCol="0">
            <a:spAutoFit/>
          </a:bodyPr>
          <a:lstStyle/>
          <a:p>
            <a:pPr algn="ctr"/>
            <a:r>
              <a:rPr lang="fr-FR" i="1" dirty="0" err="1"/>
              <a:t>Predict</a:t>
            </a:r>
            <a:r>
              <a:rPr lang="fr-FR" i="1" dirty="0"/>
              <a:t> </a:t>
            </a:r>
            <a:r>
              <a:rPr lang="fr-FR" i="1" dirty="0" err="1"/>
              <a:t>individual</a:t>
            </a:r>
            <a:r>
              <a:rPr lang="fr-FR" i="1" dirty="0"/>
              <a:t> </a:t>
            </a:r>
            <a:r>
              <a:rPr lang="fr-FR" i="1" dirty="0" err="1"/>
              <a:t>disease</a:t>
            </a:r>
            <a:r>
              <a:rPr lang="fr-FR" i="1" dirty="0"/>
              <a:t> progression </a:t>
            </a:r>
          </a:p>
        </p:txBody>
      </p:sp>
      <p:sp>
        <p:nvSpPr>
          <p:cNvPr id="17" name="ZoneTexte 16">
            <a:extLst>
              <a:ext uri="{FF2B5EF4-FFF2-40B4-BE49-F238E27FC236}">
                <a16:creationId xmlns:a16="http://schemas.microsoft.com/office/drawing/2014/main" id="{DC4D5D46-DBD8-1345-8913-6F361C181160}"/>
              </a:ext>
            </a:extLst>
          </p:cNvPr>
          <p:cNvSpPr txBox="1"/>
          <p:nvPr/>
        </p:nvSpPr>
        <p:spPr>
          <a:xfrm>
            <a:off x="447965" y="5925439"/>
            <a:ext cx="4412675" cy="369332"/>
          </a:xfrm>
          <a:prstGeom prst="rect">
            <a:avLst/>
          </a:prstGeom>
          <a:noFill/>
        </p:spPr>
        <p:txBody>
          <a:bodyPr wrap="square" rtlCol="0">
            <a:spAutoFit/>
          </a:bodyPr>
          <a:lstStyle/>
          <a:p>
            <a:pPr algn="ctr"/>
            <a:r>
              <a:rPr lang="fr-FR" i="1" dirty="0" err="1"/>
              <a:t>Extract</a:t>
            </a:r>
            <a:r>
              <a:rPr lang="fr-FR" i="1" dirty="0"/>
              <a:t> </a:t>
            </a:r>
            <a:r>
              <a:rPr lang="fr-FR" i="1" dirty="0" err="1"/>
              <a:t>interpretable</a:t>
            </a:r>
            <a:r>
              <a:rPr lang="fr-FR" i="1" dirty="0"/>
              <a:t> information </a:t>
            </a:r>
          </a:p>
        </p:txBody>
      </p:sp>
      <p:sp>
        <p:nvSpPr>
          <p:cNvPr id="19" name="ZoneTexte 18">
            <a:extLst>
              <a:ext uri="{FF2B5EF4-FFF2-40B4-BE49-F238E27FC236}">
                <a16:creationId xmlns:a16="http://schemas.microsoft.com/office/drawing/2014/main" id="{15A625E9-FBA8-064E-811F-BECC73B6D31C}"/>
              </a:ext>
            </a:extLst>
          </p:cNvPr>
          <p:cNvSpPr txBox="1"/>
          <p:nvPr/>
        </p:nvSpPr>
        <p:spPr>
          <a:xfrm>
            <a:off x="7857155" y="5925439"/>
            <a:ext cx="2126555" cy="369332"/>
          </a:xfrm>
          <a:prstGeom prst="rect">
            <a:avLst/>
          </a:prstGeom>
          <a:noFill/>
        </p:spPr>
        <p:txBody>
          <a:bodyPr wrap="square" rtlCol="0">
            <a:spAutoFit/>
          </a:bodyPr>
          <a:lstStyle/>
          <a:p>
            <a:pPr algn="ctr"/>
            <a:r>
              <a:rPr lang="fr-FR" i="1" dirty="0" err="1"/>
              <a:t>Simulate</a:t>
            </a:r>
            <a:r>
              <a:rPr lang="fr-FR" i="1" dirty="0"/>
              <a:t> data</a:t>
            </a:r>
          </a:p>
        </p:txBody>
      </p:sp>
      <p:pic>
        <p:nvPicPr>
          <p:cNvPr id="7" name="Image 6">
            <a:extLst>
              <a:ext uri="{FF2B5EF4-FFF2-40B4-BE49-F238E27FC236}">
                <a16:creationId xmlns:a16="http://schemas.microsoft.com/office/drawing/2014/main" id="{DC810D28-048B-EF4D-849D-AF0748B35DE8}"/>
              </a:ext>
            </a:extLst>
          </p:cNvPr>
          <p:cNvPicPr>
            <a:picLocks noChangeAspect="1"/>
          </p:cNvPicPr>
          <p:nvPr/>
        </p:nvPicPr>
        <p:blipFill>
          <a:blip r:embed="rId4"/>
          <a:stretch>
            <a:fillRect/>
          </a:stretch>
        </p:blipFill>
        <p:spPr>
          <a:xfrm>
            <a:off x="6458077" y="3894115"/>
            <a:ext cx="4924713" cy="1984587"/>
          </a:xfrm>
          <a:prstGeom prst="rect">
            <a:avLst/>
          </a:prstGeom>
        </p:spPr>
      </p:pic>
      <p:pic>
        <p:nvPicPr>
          <p:cNvPr id="6" name="Image 5">
            <a:extLst>
              <a:ext uri="{FF2B5EF4-FFF2-40B4-BE49-F238E27FC236}">
                <a16:creationId xmlns:a16="http://schemas.microsoft.com/office/drawing/2014/main" id="{86FA02AE-CFE1-A342-93BE-C0A9F384948B}"/>
              </a:ext>
            </a:extLst>
          </p:cNvPr>
          <p:cNvPicPr>
            <a:picLocks noChangeAspect="1"/>
          </p:cNvPicPr>
          <p:nvPr/>
        </p:nvPicPr>
        <p:blipFill>
          <a:blip r:embed="rId5"/>
          <a:stretch>
            <a:fillRect/>
          </a:stretch>
        </p:blipFill>
        <p:spPr>
          <a:xfrm>
            <a:off x="816959" y="1396493"/>
            <a:ext cx="4258888" cy="1968731"/>
          </a:xfrm>
          <a:prstGeom prst="rect">
            <a:avLst/>
          </a:prstGeom>
        </p:spPr>
      </p:pic>
      <p:sp>
        <p:nvSpPr>
          <p:cNvPr id="14" name="ZoneTexte 13">
            <a:extLst>
              <a:ext uri="{FF2B5EF4-FFF2-40B4-BE49-F238E27FC236}">
                <a16:creationId xmlns:a16="http://schemas.microsoft.com/office/drawing/2014/main" id="{47469131-4437-4A42-9ABD-FD70304DDFB3}"/>
              </a:ext>
            </a:extLst>
          </p:cNvPr>
          <p:cNvSpPr txBox="1"/>
          <p:nvPr/>
        </p:nvSpPr>
        <p:spPr>
          <a:xfrm>
            <a:off x="172344" y="3351627"/>
            <a:ext cx="5548121" cy="369332"/>
          </a:xfrm>
          <a:prstGeom prst="rect">
            <a:avLst/>
          </a:prstGeom>
          <a:noFill/>
        </p:spPr>
        <p:txBody>
          <a:bodyPr wrap="square" rtlCol="0">
            <a:spAutoFit/>
          </a:bodyPr>
          <a:lstStyle/>
          <a:p>
            <a:pPr algn="ctr"/>
            <a:r>
              <a:rPr lang="fr-FR" i="1" dirty="0" err="1"/>
              <a:t>Get</a:t>
            </a:r>
            <a:r>
              <a:rPr lang="fr-FR" i="1" dirty="0"/>
              <a:t> </a:t>
            </a:r>
            <a:r>
              <a:rPr lang="fr-FR" i="1" dirty="0" err="1"/>
              <a:t>disease</a:t>
            </a:r>
            <a:r>
              <a:rPr lang="fr-FR" i="1" dirty="0"/>
              <a:t> </a:t>
            </a:r>
            <a:r>
              <a:rPr lang="fr-FR" i="1" dirty="0" err="1"/>
              <a:t>timeline</a:t>
            </a:r>
            <a:r>
              <a:rPr lang="fr-FR" i="1" dirty="0"/>
              <a:t> </a:t>
            </a:r>
            <a:r>
              <a:rPr lang="fr-FR" i="1" dirty="0" err="1"/>
              <a:t>with</a:t>
            </a:r>
            <a:r>
              <a:rPr lang="fr-FR" i="1" dirty="0"/>
              <a:t> population </a:t>
            </a:r>
            <a:r>
              <a:rPr lang="fr-FR" i="1" dirty="0" err="1"/>
              <a:t>disease</a:t>
            </a:r>
            <a:r>
              <a:rPr lang="fr-FR" i="1" dirty="0"/>
              <a:t> progression</a:t>
            </a:r>
          </a:p>
        </p:txBody>
      </p:sp>
    </p:spTree>
    <p:extLst>
      <p:ext uri="{BB962C8B-B14F-4D97-AF65-F5344CB8AC3E}">
        <p14:creationId xmlns:p14="http://schemas.microsoft.com/office/powerpoint/2010/main" val="398906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9" grpId="0"/>
      <p:bldP spid="1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A9B31-CF31-16FB-0095-33052F1275A9}"/>
              </a:ext>
            </a:extLst>
          </p:cNvPr>
          <p:cNvSpPr>
            <a:spLocks noGrp="1"/>
          </p:cNvSpPr>
          <p:nvPr>
            <p:ph type="title"/>
          </p:nvPr>
        </p:nvSpPr>
        <p:spPr>
          <a:xfrm>
            <a:off x="305127" y="0"/>
            <a:ext cx="10772775" cy="1658198"/>
          </a:xfrm>
        </p:spPr>
        <p:txBody>
          <a:bodyPr/>
          <a:lstStyle/>
          <a:p>
            <a:r>
              <a:rPr lang="en-IN" dirty="0">
                <a:latin typeface="Times New Roman" panose="02020603050405020304" pitchFamily="18" charset="0"/>
                <a:cs typeface="Times New Roman" panose="02020603050405020304" pitchFamily="18" charset="0"/>
              </a:rPr>
              <a:t>Conclusion</a:t>
            </a:r>
          </a:p>
        </p:txBody>
      </p:sp>
      <p:sp>
        <p:nvSpPr>
          <p:cNvPr id="4" name="TextBox 3">
            <a:extLst>
              <a:ext uri="{FF2B5EF4-FFF2-40B4-BE49-F238E27FC236}">
                <a16:creationId xmlns:a16="http://schemas.microsoft.com/office/drawing/2014/main" id="{9B968458-EE22-170C-0C9A-362105387034}"/>
              </a:ext>
            </a:extLst>
          </p:cNvPr>
          <p:cNvSpPr txBox="1"/>
          <p:nvPr/>
        </p:nvSpPr>
        <p:spPr>
          <a:xfrm>
            <a:off x="2769476" y="1254710"/>
            <a:ext cx="6096000" cy="4770537"/>
          </a:xfrm>
          <a:prstGeom prst="rect">
            <a:avLst/>
          </a:prstGeom>
          <a:noFill/>
        </p:spPr>
        <p:txBody>
          <a:bodyPr wrap="square">
            <a:spAutoFit/>
          </a:bodyPr>
          <a:lstStyle/>
          <a:p>
            <a:pPr marL="285750" indent="-285750">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Leveraging small ordinal scale items instead of aggregated scores for analysis.</a:t>
            </a:r>
          </a:p>
          <a:p>
            <a:pPr marL="285750" indent="-285750">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Extension of a non-linear mixed-effect model to handle ordinal data.</a:t>
            </a:r>
          </a:p>
          <a:p>
            <a:pPr marL="285750" indent="-285750">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Application of this approach to understand cognitive decline in Parkinson's disease using MDS-UPDRS.</a:t>
            </a:r>
          </a:p>
          <a:p>
            <a:pPr marL="285750" indent="-285750">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Potential for extending this method to other cognitive scales in neurodegenerative diseases.</a:t>
            </a:r>
          </a:p>
          <a:p>
            <a:pPr marL="285750" indent="-285750">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Ordinal models provide finer predictions for early disease stages with slower evolution.</a:t>
            </a:r>
          </a:p>
          <a:p>
            <a:pPr marL="285750" indent="-285750">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Importance of using multivariate data for prediction in later disease stages with larger rating score changes.</a:t>
            </a:r>
          </a:p>
          <a:p>
            <a:pPr marL="285750" indent="-285750">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Future applications for extracting information from specific items and building composite scores.</a:t>
            </a:r>
          </a:p>
          <a:p>
            <a:pPr marL="285750" indent="-285750">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Limitations of ordinal method when data has few values for certain levels, particularly with high values in MDS UPDRS II.</a:t>
            </a:r>
          </a:p>
          <a:p>
            <a:pPr marL="285750" indent="-285750">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Computational cost associated with the additional parameters in the ordinal DCM.</a:t>
            </a:r>
          </a:p>
          <a:p>
            <a:pPr marL="285750" indent="-285750">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Recommendation of using the method for items rated on short scales like Likert scales.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03587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504C824-A6A4-995C-C33F-0AA28A15C6AD}"/>
              </a:ext>
            </a:extLst>
          </p:cNvPr>
          <p:cNvSpPr/>
          <p:nvPr/>
        </p:nvSpPr>
        <p:spPr>
          <a:xfrm>
            <a:off x="2321164" y="1301565"/>
            <a:ext cx="7880747" cy="1862048"/>
          </a:xfrm>
          <a:prstGeom prst="rect">
            <a:avLst/>
          </a:prstGeom>
          <a:noFill/>
        </p:spPr>
        <p:txBody>
          <a:bodyPr wrap="none" lIns="91440" tIns="45720" rIns="91440" bIns="45720">
            <a:spAutoFit/>
          </a:bodyPr>
          <a:lstStyle/>
          <a:p>
            <a:pPr algn="ctr"/>
            <a:r>
              <a:rPr lang="en-US" sz="115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THANK YOU !</a:t>
            </a:r>
            <a:endParaRPr lang="en-US" sz="115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5" name="Star: 5 Points 4">
            <a:extLst>
              <a:ext uri="{FF2B5EF4-FFF2-40B4-BE49-F238E27FC236}">
                <a16:creationId xmlns:a16="http://schemas.microsoft.com/office/drawing/2014/main" id="{B5125455-9387-5A8D-CC3A-F044EEC0D14F}"/>
              </a:ext>
            </a:extLst>
          </p:cNvPr>
          <p:cNvSpPr/>
          <p:nvPr/>
        </p:nvSpPr>
        <p:spPr>
          <a:xfrm>
            <a:off x="4051738" y="3163613"/>
            <a:ext cx="4419600" cy="3394841"/>
          </a:xfrm>
          <a:prstGeom prst="star5">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a:extLst>
              <a:ext uri="{FF2B5EF4-FFF2-40B4-BE49-F238E27FC236}">
                <a16:creationId xmlns:a16="http://schemas.microsoft.com/office/drawing/2014/main" id="{AC99E11E-82C1-0673-1E9F-C30A45E3620F}"/>
              </a:ext>
            </a:extLst>
          </p:cNvPr>
          <p:cNvSpPr/>
          <p:nvPr/>
        </p:nvSpPr>
        <p:spPr>
          <a:xfrm>
            <a:off x="5833241" y="4619296"/>
            <a:ext cx="162910" cy="18918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610F2FD7-9E3A-4F6C-271F-B25D645DADFA}"/>
              </a:ext>
            </a:extLst>
          </p:cNvPr>
          <p:cNvSpPr/>
          <p:nvPr/>
        </p:nvSpPr>
        <p:spPr>
          <a:xfrm>
            <a:off x="6535617" y="4608786"/>
            <a:ext cx="162910" cy="189186"/>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8" name="Chord 7">
            <a:extLst>
              <a:ext uri="{FF2B5EF4-FFF2-40B4-BE49-F238E27FC236}">
                <a16:creationId xmlns:a16="http://schemas.microsoft.com/office/drawing/2014/main" id="{048BDAC6-0F76-5DBC-08F6-DD7F058783AC}"/>
              </a:ext>
            </a:extLst>
          </p:cNvPr>
          <p:cNvSpPr/>
          <p:nvPr/>
        </p:nvSpPr>
        <p:spPr>
          <a:xfrm rot="17490202">
            <a:off x="5845046" y="4713240"/>
            <a:ext cx="832982" cy="768040"/>
          </a:xfrm>
          <a:prstGeom prst="chord">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1">
            <a:extLst>
              <a:ext uri="{FF2B5EF4-FFF2-40B4-BE49-F238E27FC236}">
                <a16:creationId xmlns:a16="http://schemas.microsoft.com/office/drawing/2014/main" id="{98932FE6-CBC5-8BDE-AE62-E036D5FF7D64}"/>
              </a:ext>
            </a:extLst>
          </p:cNvPr>
          <p:cNvSpPr/>
          <p:nvPr/>
        </p:nvSpPr>
        <p:spPr>
          <a:xfrm>
            <a:off x="0" y="0"/>
            <a:ext cx="12192000" cy="6858000"/>
          </a:xfrm>
          <a:prstGeom prst="rect">
            <a:avLst/>
          </a:prstGeom>
          <a:noFill/>
          <a:ln w="762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3611031"/>
      </p:ext>
    </p:extLst>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7463" cap="flat" cmpd="sng" algn="ctr">
          <a:solidFill>
            <a:srgbClr val="FFFF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17463" cap="flat" cmpd="sng" algn="ctr">
          <a:solidFill>
            <a:srgbClr val="FFFF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TM03457491[[fn=Metropolitan]]</Template>
  <TotalTime>8118</TotalTime>
  <Words>3455</Words>
  <Application>Microsoft Office PowerPoint</Application>
  <PresentationFormat>Widescreen</PresentationFormat>
  <Paragraphs>409</Paragraphs>
  <Slides>45</Slides>
  <Notes>5</Notes>
  <HiddenSlides>0</HiddenSlides>
  <MMClips>1</MMClips>
  <ScaleCrop>false</ScaleCrop>
  <HeadingPairs>
    <vt:vector size="8" baseType="variant">
      <vt:variant>
        <vt:lpstr>Fonts Used</vt:lpstr>
      </vt:variant>
      <vt:variant>
        <vt:i4>10</vt:i4>
      </vt:variant>
      <vt:variant>
        <vt:lpstr>Theme</vt:lpstr>
      </vt:variant>
      <vt:variant>
        <vt:i4>3</vt:i4>
      </vt:variant>
      <vt:variant>
        <vt:lpstr>Embedded OLE Servers</vt:lpstr>
      </vt:variant>
      <vt:variant>
        <vt:i4>1</vt:i4>
      </vt:variant>
      <vt:variant>
        <vt:lpstr>Slide Titles</vt:lpstr>
      </vt:variant>
      <vt:variant>
        <vt:i4>45</vt:i4>
      </vt:variant>
    </vt:vector>
  </HeadingPairs>
  <TitlesOfParts>
    <vt:vector size="59" baseType="lpstr">
      <vt:lpstr>ＭＳ Ｐゴシック</vt:lpstr>
      <vt:lpstr>Arial</vt:lpstr>
      <vt:lpstr>Calibri</vt:lpstr>
      <vt:lpstr>Calibri Light</vt:lpstr>
      <vt:lpstr>Cambria Math</vt:lpstr>
      <vt:lpstr>Courier New</vt:lpstr>
      <vt:lpstr>Nexa Bold</vt:lpstr>
      <vt:lpstr>Nexa Light</vt:lpstr>
      <vt:lpstr>Times New Roman</vt:lpstr>
      <vt:lpstr>Wingdings</vt:lpstr>
      <vt:lpstr>Metropolitan</vt:lpstr>
      <vt:lpstr>Thème Office</vt:lpstr>
      <vt:lpstr>Default Design</vt:lpstr>
      <vt:lpstr>Equation</vt:lpstr>
      <vt:lpstr>Multivariate Disease Progression Modelling with Longitudinal Ordinal Data </vt:lpstr>
      <vt:lpstr>Contents</vt:lpstr>
      <vt:lpstr>Introduction</vt:lpstr>
      <vt:lpstr>Challenges</vt:lpstr>
      <vt:lpstr>Goal</vt:lpstr>
      <vt:lpstr>Related work</vt:lpstr>
      <vt:lpstr>Method</vt:lpstr>
      <vt:lpstr>PowerPoint Presentation</vt:lpstr>
      <vt:lpstr>PowerPoint Presentation</vt:lpstr>
      <vt:lpstr>PowerPoint Presentation</vt:lpstr>
      <vt:lpstr>PowerPoint Presentation</vt:lpstr>
      <vt:lpstr>PowerPoint Presentation</vt:lpstr>
      <vt:lpstr>Independent Component Analysis</vt:lpstr>
      <vt:lpstr>Motivation</vt:lpstr>
      <vt:lpstr>Motivation</vt:lpstr>
      <vt:lpstr>PowerPoint Presentation</vt:lpstr>
      <vt:lpstr>Logistic Curves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Analysis</vt:lpstr>
      <vt:lpstr>Data</vt:lpstr>
      <vt:lpstr>PowerPoint Presentation</vt:lpstr>
      <vt:lpstr>PowerPoint Presentation</vt:lpstr>
      <vt:lpstr>PowerPoint Presentation</vt:lpstr>
      <vt:lpstr>Application to Parkinson’s disease data</vt:lpstr>
      <vt:lpstr>Qualitative Experiment: a description of the MDS-UPDRS</vt:lpstr>
      <vt:lpstr>PowerPoint Presentation</vt:lpstr>
      <vt:lpstr>PowerPoint Presentation</vt:lpstr>
      <vt:lpstr> Quantitative results: prediction task </vt:lpstr>
      <vt:lpstr>PowerPoint Presentation</vt:lpstr>
      <vt:lpstr>PowerPoint Presentation</vt:lpstr>
      <vt:lpstr>PowerPoint Presentation</vt:lpstr>
      <vt:lpstr>PowerPoint Presentation</vt:lpstr>
      <vt:lpstr>PowerPoint Presentation</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Multivariate Disease Progression Modelling with Longitudinal Ordinal Data </dc:title>
  <dc:creator>Fathima Ayoob</dc:creator>
  <cp:lastModifiedBy>Fathima Ayoob</cp:lastModifiedBy>
  <cp:revision>6</cp:revision>
  <dcterms:created xsi:type="dcterms:W3CDTF">2023-09-28T13:54:03Z</dcterms:created>
  <dcterms:modified xsi:type="dcterms:W3CDTF">2025-07-31T07:45:11Z</dcterms:modified>
</cp:coreProperties>
</file>